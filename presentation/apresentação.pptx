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5" r:id="rId10"/>
    <p:sldId id="267" r:id="rId11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78" d="100"/>
          <a:sy n="78" d="100"/>
        </p:scale>
        <p:origin x="1594" y="6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ableStyles" Target="tableStyle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heme" Target="theme/theme1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391359A2-EBF5-4B6B-9634-050FD2088F12}" type="doc">
      <dgm:prSet loTypeId="urn:microsoft.com/office/officeart/2005/8/layout/vProcess5" loCatId="process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92AE524C-38FD-45E0-9B38-C974EF6E66EC}">
      <dgm:prSet/>
      <dgm:spPr/>
      <dgm:t>
        <a:bodyPr/>
        <a:lstStyle/>
        <a:p>
          <a:r>
            <a:rPr lang="en-US"/>
            <a:t>📡 Função: Descobrir portas abertas numa rede</a:t>
          </a:r>
        </a:p>
      </dgm:t>
    </dgm:pt>
    <dgm:pt modelId="{D9B00D78-4088-4E1F-9CC3-75C0BB9BA69D}" type="parTrans" cxnId="{96FF34F8-7284-4BE5-BBC0-DD9AE10A71D7}">
      <dgm:prSet/>
      <dgm:spPr/>
      <dgm:t>
        <a:bodyPr/>
        <a:lstStyle/>
        <a:p>
          <a:endParaRPr lang="en-US"/>
        </a:p>
      </dgm:t>
    </dgm:pt>
    <dgm:pt modelId="{2F2D1ECD-473A-490C-AB4E-D41CB99E3994}" type="sibTrans" cxnId="{96FF34F8-7284-4BE5-BBC0-DD9AE10A71D7}">
      <dgm:prSet/>
      <dgm:spPr/>
      <dgm:t>
        <a:bodyPr/>
        <a:lstStyle/>
        <a:p>
          <a:endParaRPr lang="en-US"/>
        </a:p>
      </dgm:t>
    </dgm:pt>
    <dgm:pt modelId="{C630EF4A-4DEA-4F33-AB0F-516A891FDE5F}">
      <dgm:prSet/>
      <dgm:spPr/>
      <dgm:t>
        <a:bodyPr/>
        <a:lstStyle/>
        <a:p>
          <a:r>
            <a:rPr lang="en-US"/>
            <a:t>🎯 Entrada: IP/hostname alvo, intervalo de portas</a:t>
          </a:r>
        </a:p>
      </dgm:t>
    </dgm:pt>
    <dgm:pt modelId="{D1DAADF5-601A-4697-95D3-2922D5DE13D7}" type="parTrans" cxnId="{B396BBDD-7B73-4626-A099-F377851C7F40}">
      <dgm:prSet/>
      <dgm:spPr/>
      <dgm:t>
        <a:bodyPr/>
        <a:lstStyle/>
        <a:p>
          <a:endParaRPr lang="en-US"/>
        </a:p>
      </dgm:t>
    </dgm:pt>
    <dgm:pt modelId="{3231F5BA-A20D-490C-BFEA-C01AA0F6B010}" type="sibTrans" cxnId="{B396BBDD-7B73-4626-A099-F377851C7F40}">
      <dgm:prSet/>
      <dgm:spPr/>
      <dgm:t>
        <a:bodyPr/>
        <a:lstStyle/>
        <a:p>
          <a:endParaRPr lang="en-US"/>
        </a:p>
      </dgm:t>
    </dgm:pt>
    <dgm:pt modelId="{6692A77A-16AB-48AF-95A1-23DBF544B83F}">
      <dgm:prSet/>
      <dgm:spPr/>
      <dgm:t>
        <a:bodyPr/>
        <a:lstStyle/>
        <a:p>
          <a:r>
            <a:rPr lang="en-US"/>
            <a:t>📊 Saída: Lista de portas abertas e seus serviços</a:t>
          </a:r>
        </a:p>
      </dgm:t>
    </dgm:pt>
    <dgm:pt modelId="{0156A621-7BC9-46AF-99AB-856595721BD0}" type="parTrans" cxnId="{63A6BE89-AAD2-4F69-82B2-F7B378745A49}">
      <dgm:prSet/>
      <dgm:spPr/>
      <dgm:t>
        <a:bodyPr/>
        <a:lstStyle/>
        <a:p>
          <a:endParaRPr lang="en-US"/>
        </a:p>
      </dgm:t>
    </dgm:pt>
    <dgm:pt modelId="{C6BC01DF-5970-4C5B-AFCB-55E1710103BF}" type="sibTrans" cxnId="{63A6BE89-AAD2-4F69-82B2-F7B378745A49}">
      <dgm:prSet/>
      <dgm:spPr/>
      <dgm:t>
        <a:bodyPr/>
        <a:lstStyle/>
        <a:p>
          <a:endParaRPr lang="en-US"/>
        </a:p>
      </dgm:t>
    </dgm:pt>
    <dgm:pt modelId="{6FE45B8F-0DF3-4E39-B901-24AA3E15D878}">
      <dgm:prSet/>
      <dgm:spPr/>
      <dgm:t>
        <a:bodyPr/>
        <a:lstStyle/>
        <a:p>
          <a:r>
            <a:rPr lang="en-US"/>
            <a:t>⚙️ Usa bibliotecas de networking para varredura eficiente</a:t>
          </a:r>
        </a:p>
      </dgm:t>
    </dgm:pt>
    <dgm:pt modelId="{4F7516F4-3356-464A-8949-F320EE21BB68}" type="parTrans" cxnId="{5B01915A-F31C-48EB-8F88-786C6D937122}">
      <dgm:prSet/>
      <dgm:spPr/>
      <dgm:t>
        <a:bodyPr/>
        <a:lstStyle/>
        <a:p>
          <a:endParaRPr lang="en-US"/>
        </a:p>
      </dgm:t>
    </dgm:pt>
    <dgm:pt modelId="{4A71FAB1-F6BD-4A1B-8DF3-FE6C0C67D287}" type="sibTrans" cxnId="{5B01915A-F31C-48EB-8F88-786C6D937122}">
      <dgm:prSet/>
      <dgm:spPr/>
      <dgm:t>
        <a:bodyPr/>
        <a:lstStyle/>
        <a:p>
          <a:endParaRPr lang="en-US"/>
        </a:p>
      </dgm:t>
    </dgm:pt>
    <dgm:pt modelId="{32C56ED9-72C5-4638-9857-021176A6E5A7}">
      <dgm:prSet/>
      <dgm:spPr/>
      <dgm:t>
        <a:bodyPr/>
        <a:lstStyle/>
        <a:p>
          <a:r>
            <a:rPr lang="en-US"/>
            <a:t>⚖️ Útil para: testes de segurança autorizados e descoberta de rede</a:t>
          </a:r>
        </a:p>
      </dgm:t>
    </dgm:pt>
    <dgm:pt modelId="{F56C4DB8-D755-48B3-AB87-B731AFDE4274}" type="parTrans" cxnId="{4B9C3D21-36AB-4FB7-A680-2E2FA36575E9}">
      <dgm:prSet/>
      <dgm:spPr/>
      <dgm:t>
        <a:bodyPr/>
        <a:lstStyle/>
        <a:p>
          <a:endParaRPr lang="en-US"/>
        </a:p>
      </dgm:t>
    </dgm:pt>
    <dgm:pt modelId="{7A5659CA-0796-4164-9BEC-2175EBBAEDE3}" type="sibTrans" cxnId="{4B9C3D21-36AB-4FB7-A680-2E2FA36575E9}">
      <dgm:prSet/>
      <dgm:spPr/>
      <dgm:t>
        <a:bodyPr/>
        <a:lstStyle/>
        <a:p>
          <a:endParaRPr lang="en-US"/>
        </a:p>
      </dgm:t>
    </dgm:pt>
    <dgm:pt modelId="{7018E95E-22F4-4B35-B752-159B5CEC2329}" type="pres">
      <dgm:prSet presAssocID="{391359A2-EBF5-4B6B-9634-050FD2088F12}" presName="outerComposite" presStyleCnt="0">
        <dgm:presLayoutVars>
          <dgm:chMax val="5"/>
          <dgm:dir/>
          <dgm:resizeHandles val="exact"/>
        </dgm:presLayoutVars>
      </dgm:prSet>
      <dgm:spPr/>
    </dgm:pt>
    <dgm:pt modelId="{D290599E-69E0-40DB-9CD7-EAB0576ACEA3}" type="pres">
      <dgm:prSet presAssocID="{391359A2-EBF5-4B6B-9634-050FD2088F12}" presName="dummyMaxCanvas" presStyleCnt="0">
        <dgm:presLayoutVars/>
      </dgm:prSet>
      <dgm:spPr/>
    </dgm:pt>
    <dgm:pt modelId="{DA4045CC-25A9-450A-BE44-875591EB3460}" type="pres">
      <dgm:prSet presAssocID="{391359A2-EBF5-4B6B-9634-050FD2088F12}" presName="FiveNodes_1" presStyleLbl="node1" presStyleIdx="0" presStyleCnt="5">
        <dgm:presLayoutVars>
          <dgm:bulletEnabled val="1"/>
        </dgm:presLayoutVars>
      </dgm:prSet>
      <dgm:spPr/>
    </dgm:pt>
    <dgm:pt modelId="{05A62C73-6361-442B-9DF2-81462236689B}" type="pres">
      <dgm:prSet presAssocID="{391359A2-EBF5-4B6B-9634-050FD2088F12}" presName="FiveNodes_2" presStyleLbl="node1" presStyleIdx="1" presStyleCnt="5">
        <dgm:presLayoutVars>
          <dgm:bulletEnabled val="1"/>
        </dgm:presLayoutVars>
      </dgm:prSet>
      <dgm:spPr/>
    </dgm:pt>
    <dgm:pt modelId="{069E87B7-2283-46FB-AD58-61F4F1BD00D5}" type="pres">
      <dgm:prSet presAssocID="{391359A2-EBF5-4B6B-9634-050FD2088F12}" presName="FiveNodes_3" presStyleLbl="node1" presStyleIdx="2" presStyleCnt="5">
        <dgm:presLayoutVars>
          <dgm:bulletEnabled val="1"/>
        </dgm:presLayoutVars>
      </dgm:prSet>
      <dgm:spPr/>
    </dgm:pt>
    <dgm:pt modelId="{3221DD04-7556-471E-AC73-26782B07C73C}" type="pres">
      <dgm:prSet presAssocID="{391359A2-EBF5-4B6B-9634-050FD2088F12}" presName="FiveNodes_4" presStyleLbl="node1" presStyleIdx="3" presStyleCnt="5">
        <dgm:presLayoutVars>
          <dgm:bulletEnabled val="1"/>
        </dgm:presLayoutVars>
      </dgm:prSet>
      <dgm:spPr/>
    </dgm:pt>
    <dgm:pt modelId="{693927B7-5535-4ECE-BBC2-F1E1065BD73B}" type="pres">
      <dgm:prSet presAssocID="{391359A2-EBF5-4B6B-9634-050FD2088F12}" presName="FiveNodes_5" presStyleLbl="node1" presStyleIdx="4" presStyleCnt="5">
        <dgm:presLayoutVars>
          <dgm:bulletEnabled val="1"/>
        </dgm:presLayoutVars>
      </dgm:prSet>
      <dgm:spPr/>
    </dgm:pt>
    <dgm:pt modelId="{68503D94-6B8B-42E4-A435-83B31939F5AD}" type="pres">
      <dgm:prSet presAssocID="{391359A2-EBF5-4B6B-9634-050FD2088F12}" presName="FiveConn_1-2" presStyleLbl="fgAccFollowNode1" presStyleIdx="0" presStyleCnt="4">
        <dgm:presLayoutVars>
          <dgm:bulletEnabled val="1"/>
        </dgm:presLayoutVars>
      </dgm:prSet>
      <dgm:spPr/>
    </dgm:pt>
    <dgm:pt modelId="{3B2F1EBC-5527-49B4-9468-FE4546667176}" type="pres">
      <dgm:prSet presAssocID="{391359A2-EBF5-4B6B-9634-050FD2088F12}" presName="FiveConn_2-3" presStyleLbl="fgAccFollowNode1" presStyleIdx="1" presStyleCnt="4">
        <dgm:presLayoutVars>
          <dgm:bulletEnabled val="1"/>
        </dgm:presLayoutVars>
      </dgm:prSet>
      <dgm:spPr/>
    </dgm:pt>
    <dgm:pt modelId="{D9986BD1-68A8-48A7-9073-316596E47FE9}" type="pres">
      <dgm:prSet presAssocID="{391359A2-EBF5-4B6B-9634-050FD2088F12}" presName="FiveConn_3-4" presStyleLbl="fgAccFollowNode1" presStyleIdx="2" presStyleCnt="4">
        <dgm:presLayoutVars>
          <dgm:bulletEnabled val="1"/>
        </dgm:presLayoutVars>
      </dgm:prSet>
      <dgm:spPr/>
    </dgm:pt>
    <dgm:pt modelId="{73A638A4-5ED1-4E3B-9A34-D70A5EBA71A1}" type="pres">
      <dgm:prSet presAssocID="{391359A2-EBF5-4B6B-9634-050FD2088F12}" presName="FiveConn_4-5" presStyleLbl="fgAccFollowNode1" presStyleIdx="3" presStyleCnt="4">
        <dgm:presLayoutVars>
          <dgm:bulletEnabled val="1"/>
        </dgm:presLayoutVars>
      </dgm:prSet>
      <dgm:spPr/>
    </dgm:pt>
    <dgm:pt modelId="{F1BF172B-99A1-4BA2-81D6-FD2851059BC4}" type="pres">
      <dgm:prSet presAssocID="{391359A2-EBF5-4B6B-9634-050FD2088F12}" presName="FiveNodes_1_text" presStyleLbl="node1" presStyleIdx="4" presStyleCnt="5">
        <dgm:presLayoutVars>
          <dgm:bulletEnabled val="1"/>
        </dgm:presLayoutVars>
      </dgm:prSet>
      <dgm:spPr/>
    </dgm:pt>
    <dgm:pt modelId="{DF8F200F-B081-4478-9040-62A668F7EB7D}" type="pres">
      <dgm:prSet presAssocID="{391359A2-EBF5-4B6B-9634-050FD2088F12}" presName="FiveNodes_2_text" presStyleLbl="node1" presStyleIdx="4" presStyleCnt="5">
        <dgm:presLayoutVars>
          <dgm:bulletEnabled val="1"/>
        </dgm:presLayoutVars>
      </dgm:prSet>
      <dgm:spPr/>
    </dgm:pt>
    <dgm:pt modelId="{06EEAA88-783A-42BA-B58F-A3F5ABD3F284}" type="pres">
      <dgm:prSet presAssocID="{391359A2-EBF5-4B6B-9634-050FD2088F12}" presName="FiveNodes_3_text" presStyleLbl="node1" presStyleIdx="4" presStyleCnt="5">
        <dgm:presLayoutVars>
          <dgm:bulletEnabled val="1"/>
        </dgm:presLayoutVars>
      </dgm:prSet>
      <dgm:spPr/>
    </dgm:pt>
    <dgm:pt modelId="{3C9741C4-ED91-4362-9BEF-78766208DCD4}" type="pres">
      <dgm:prSet presAssocID="{391359A2-EBF5-4B6B-9634-050FD2088F12}" presName="FiveNodes_4_text" presStyleLbl="node1" presStyleIdx="4" presStyleCnt="5">
        <dgm:presLayoutVars>
          <dgm:bulletEnabled val="1"/>
        </dgm:presLayoutVars>
      </dgm:prSet>
      <dgm:spPr/>
    </dgm:pt>
    <dgm:pt modelId="{5C5D8267-A0BF-4B05-B918-393650637DF7}" type="pres">
      <dgm:prSet presAssocID="{391359A2-EBF5-4B6B-9634-050FD2088F12}" presName="FiveNodes_5_text" presStyleLbl="node1" presStyleIdx="4" presStyleCnt="5">
        <dgm:presLayoutVars>
          <dgm:bulletEnabled val="1"/>
        </dgm:presLayoutVars>
      </dgm:prSet>
      <dgm:spPr/>
    </dgm:pt>
  </dgm:ptLst>
  <dgm:cxnLst>
    <dgm:cxn modelId="{A4390618-4458-4A53-B3B5-F0F722B040B3}" type="presOf" srcId="{C6BC01DF-5970-4C5B-AFCB-55E1710103BF}" destId="{D9986BD1-68A8-48A7-9073-316596E47FE9}" srcOrd="0" destOrd="0" presId="urn:microsoft.com/office/officeart/2005/8/layout/vProcess5"/>
    <dgm:cxn modelId="{8600091C-2904-43C8-ACE0-B8F8FB29130B}" type="presOf" srcId="{3231F5BA-A20D-490C-BFEA-C01AA0F6B010}" destId="{3B2F1EBC-5527-49B4-9468-FE4546667176}" srcOrd="0" destOrd="0" presId="urn:microsoft.com/office/officeart/2005/8/layout/vProcess5"/>
    <dgm:cxn modelId="{4B9C3D21-36AB-4FB7-A680-2E2FA36575E9}" srcId="{391359A2-EBF5-4B6B-9634-050FD2088F12}" destId="{32C56ED9-72C5-4638-9857-021176A6E5A7}" srcOrd="4" destOrd="0" parTransId="{F56C4DB8-D755-48B3-AB87-B731AFDE4274}" sibTransId="{7A5659CA-0796-4164-9BEC-2175EBBAEDE3}"/>
    <dgm:cxn modelId="{DC224E34-B534-42D9-A8AF-428C1648B18C}" type="presOf" srcId="{2F2D1ECD-473A-490C-AB4E-D41CB99E3994}" destId="{68503D94-6B8B-42E4-A435-83B31939F5AD}" srcOrd="0" destOrd="0" presId="urn:microsoft.com/office/officeart/2005/8/layout/vProcess5"/>
    <dgm:cxn modelId="{43407A55-6A74-43FD-96F5-F98CF30EA2A9}" type="presOf" srcId="{C630EF4A-4DEA-4F33-AB0F-516A891FDE5F}" destId="{DF8F200F-B081-4478-9040-62A668F7EB7D}" srcOrd="1" destOrd="0" presId="urn:microsoft.com/office/officeart/2005/8/layout/vProcess5"/>
    <dgm:cxn modelId="{2C67EC76-9990-4259-BAB7-5C9087151707}" type="presOf" srcId="{6FE45B8F-0DF3-4E39-B901-24AA3E15D878}" destId="{3221DD04-7556-471E-AC73-26782B07C73C}" srcOrd="0" destOrd="0" presId="urn:microsoft.com/office/officeart/2005/8/layout/vProcess5"/>
    <dgm:cxn modelId="{5B01915A-F31C-48EB-8F88-786C6D937122}" srcId="{391359A2-EBF5-4B6B-9634-050FD2088F12}" destId="{6FE45B8F-0DF3-4E39-B901-24AA3E15D878}" srcOrd="3" destOrd="0" parTransId="{4F7516F4-3356-464A-8949-F320EE21BB68}" sibTransId="{4A71FAB1-F6BD-4A1B-8DF3-FE6C0C67D287}"/>
    <dgm:cxn modelId="{AFB7E380-F788-481E-822B-752C635251BE}" type="presOf" srcId="{6FE45B8F-0DF3-4E39-B901-24AA3E15D878}" destId="{3C9741C4-ED91-4362-9BEF-78766208DCD4}" srcOrd="1" destOrd="0" presId="urn:microsoft.com/office/officeart/2005/8/layout/vProcess5"/>
    <dgm:cxn modelId="{8AF63D88-ADDA-42A2-880F-C8692012BA6D}" type="presOf" srcId="{32C56ED9-72C5-4638-9857-021176A6E5A7}" destId="{693927B7-5535-4ECE-BBC2-F1E1065BD73B}" srcOrd="0" destOrd="0" presId="urn:microsoft.com/office/officeart/2005/8/layout/vProcess5"/>
    <dgm:cxn modelId="{63A6BE89-AAD2-4F69-82B2-F7B378745A49}" srcId="{391359A2-EBF5-4B6B-9634-050FD2088F12}" destId="{6692A77A-16AB-48AF-95A1-23DBF544B83F}" srcOrd="2" destOrd="0" parTransId="{0156A621-7BC9-46AF-99AB-856595721BD0}" sibTransId="{C6BC01DF-5970-4C5B-AFCB-55E1710103BF}"/>
    <dgm:cxn modelId="{C5E2238E-8CFF-4E10-9B82-DBB6528A21A3}" type="presOf" srcId="{92AE524C-38FD-45E0-9B38-C974EF6E66EC}" destId="{F1BF172B-99A1-4BA2-81D6-FD2851059BC4}" srcOrd="1" destOrd="0" presId="urn:microsoft.com/office/officeart/2005/8/layout/vProcess5"/>
    <dgm:cxn modelId="{9A7D4F8E-B945-4968-909D-238D7EDE0ED8}" type="presOf" srcId="{32C56ED9-72C5-4638-9857-021176A6E5A7}" destId="{5C5D8267-A0BF-4B05-B918-393650637DF7}" srcOrd="1" destOrd="0" presId="urn:microsoft.com/office/officeart/2005/8/layout/vProcess5"/>
    <dgm:cxn modelId="{88057A96-80D5-4996-B29D-A82C1C0D00CF}" type="presOf" srcId="{4A71FAB1-F6BD-4A1B-8DF3-FE6C0C67D287}" destId="{73A638A4-5ED1-4E3B-9A34-D70A5EBA71A1}" srcOrd="0" destOrd="0" presId="urn:microsoft.com/office/officeart/2005/8/layout/vProcess5"/>
    <dgm:cxn modelId="{09A096BB-7BA9-4B1F-8224-ABDF04CE32BE}" type="presOf" srcId="{C630EF4A-4DEA-4F33-AB0F-516A891FDE5F}" destId="{05A62C73-6361-442B-9DF2-81462236689B}" srcOrd="0" destOrd="0" presId="urn:microsoft.com/office/officeart/2005/8/layout/vProcess5"/>
    <dgm:cxn modelId="{EB21F0C9-5FE5-40A3-8B0F-F2452DC6B4C4}" type="presOf" srcId="{6692A77A-16AB-48AF-95A1-23DBF544B83F}" destId="{069E87B7-2283-46FB-AD58-61F4F1BD00D5}" srcOrd="0" destOrd="0" presId="urn:microsoft.com/office/officeart/2005/8/layout/vProcess5"/>
    <dgm:cxn modelId="{B78BC6D1-B856-4E31-9674-E5641F924BE6}" type="presOf" srcId="{6692A77A-16AB-48AF-95A1-23DBF544B83F}" destId="{06EEAA88-783A-42BA-B58F-A3F5ABD3F284}" srcOrd="1" destOrd="0" presId="urn:microsoft.com/office/officeart/2005/8/layout/vProcess5"/>
    <dgm:cxn modelId="{D917A7D6-1333-44FD-A47C-70030C1D024F}" type="presOf" srcId="{391359A2-EBF5-4B6B-9634-050FD2088F12}" destId="{7018E95E-22F4-4B35-B752-159B5CEC2329}" srcOrd="0" destOrd="0" presId="urn:microsoft.com/office/officeart/2005/8/layout/vProcess5"/>
    <dgm:cxn modelId="{B396BBDD-7B73-4626-A099-F377851C7F40}" srcId="{391359A2-EBF5-4B6B-9634-050FD2088F12}" destId="{C630EF4A-4DEA-4F33-AB0F-516A891FDE5F}" srcOrd="1" destOrd="0" parTransId="{D1DAADF5-601A-4697-95D3-2922D5DE13D7}" sibTransId="{3231F5BA-A20D-490C-BFEA-C01AA0F6B010}"/>
    <dgm:cxn modelId="{96FF34F8-7284-4BE5-BBC0-DD9AE10A71D7}" srcId="{391359A2-EBF5-4B6B-9634-050FD2088F12}" destId="{92AE524C-38FD-45E0-9B38-C974EF6E66EC}" srcOrd="0" destOrd="0" parTransId="{D9B00D78-4088-4E1F-9CC3-75C0BB9BA69D}" sibTransId="{2F2D1ECD-473A-490C-AB4E-D41CB99E3994}"/>
    <dgm:cxn modelId="{84B840FD-80DE-4362-A16B-FB5BBCA77B28}" type="presOf" srcId="{92AE524C-38FD-45E0-9B38-C974EF6E66EC}" destId="{DA4045CC-25A9-450A-BE44-875591EB3460}" srcOrd="0" destOrd="0" presId="urn:microsoft.com/office/officeart/2005/8/layout/vProcess5"/>
    <dgm:cxn modelId="{A5FF3492-78F0-4EC9-8143-3352501850DD}" type="presParOf" srcId="{7018E95E-22F4-4B35-B752-159B5CEC2329}" destId="{D290599E-69E0-40DB-9CD7-EAB0576ACEA3}" srcOrd="0" destOrd="0" presId="urn:microsoft.com/office/officeart/2005/8/layout/vProcess5"/>
    <dgm:cxn modelId="{E061261E-61A5-455D-BE3C-3F8AF65528DB}" type="presParOf" srcId="{7018E95E-22F4-4B35-B752-159B5CEC2329}" destId="{DA4045CC-25A9-450A-BE44-875591EB3460}" srcOrd="1" destOrd="0" presId="urn:microsoft.com/office/officeart/2005/8/layout/vProcess5"/>
    <dgm:cxn modelId="{64A146EC-52A1-4CEB-A93F-777E444C09B4}" type="presParOf" srcId="{7018E95E-22F4-4B35-B752-159B5CEC2329}" destId="{05A62C73-6361-442B-9DF2-81462236689B}" srcOrd="2" destOrd="0" presId="urn:microsoft.com/office/officeart/2005/8/layout/vProcess5"/>
    <dgm:cxn modelId="{EF2502B8-E334-43F5-B824-9424677BB81F}" type="presParOf" srcId="{7018E95E-22F4-4B35-B752-159B5CEC2329}" destId="{069E87B7-2283-46FB-AD58-61F4F1BD00D5}" srcOrd="3" destOrd="0" presId="urn:microsoft.com/office/officeart/2005/8/layout/vProcess5"/>
    <dgm:cxn modelId="{43F839E5-9DB4-43D5-92AD-9582C5319FAE}" type="presParOf" srcId="{7018E95E-22F4-4B35-B752-159B5CEC2329}" destId="{3221DD04-7556-471E-AC73-26782B07C73C}" srcOrd="4" destOrd="0" presId="urn:microsoft.com/office/officeart/2005/8/layout/vProcess5"/>
    <dgm:cxn modelId="{55D3FEB4-824E-41AA-AC11-A03A6008AB08}" type="presParOf" srcId="{7018E95E-22F4-4B35-B752-159B5CEC2329}" destId="{693927B7-5535-4ECE-BBC2-F1E1065BD73B}" srcOrd="5" destOrd="0" presId="urn:microsoft.com/office/officeart/2005/8/layout/vProcess5"/>
    <dgm:cxn modelId="{F10ACCE8-38E2-48CE-826B-A211A714A082}" type="presParOf" srcId="{7018E95E-22F4-4B35-B752-159B5CEC2329}" destId="{68503D94-6B8B-42E4-A435-83B31939F5AD}" srcOrd="6" destOrd="0" presId="urn:microsoft.com/office/officeart/2005/8/layout/vProcess5"/>
    <dgm:cxn modelId="{5AA60C10-CE84-4CE7-A2E5-D7A864657BF7}" type="presParOf" srcId="{7018E95E-22F4-4B35-B752-159B5CEC2329}" destId="{3B2F1EBC-5527-49B4-9468-FE4546667176}" srcOrd="7" destOrd="0" presId="urn:microsoft.com/office/officeart/2005/8/layout/vProcess5"/>
    <dgm:cxn modelId="{77186DDD-4923-47E9-9F6A-309B9044CB22}" type="presParOf" srcId="{7018E95E-22F4-4B35-B752-159B5CEC2329}" destId="{D9986BD1-68A8-48A7-9073-316596E47FE9}" srcOrd="8" destOrd="0" presId="urn:microsoft.com/office/officeart/2005/8/layout/vProcess5"/>
    <dgm:cxn modelId="{6C090F9C-93CE-4D3A-BAD2-203867DCC156}" type="presParOf" srcId="{7018E95E-22F4-4B35-B752-159B5CEC2329}" destId="{73A638A4-5ED1-4E3B-9A34-D70A5EBA71A1}" srcOrd="9" destOrd="0" presId="urn:microsoft.com/office/officeart/2005/8/layout/vProcess5"/>
    <dgm:cxn modelId="{BF2EC760-61BF-4F6B-AF2C-FD84300790BC}" type="presParOf" srcId="{7018E95E-22F4-4B35-B752-159B5CEC2329}" destId="{F1BF172B-99A1-4BA2-81D6-FD2851059BC4}" srcOrd="10" destOrd="0" presId="urn:microsoft.com/office/officeart/2005/8/layout/vProcess5"/>
    <dgm:cxn modelId="{0F9763DB-123B-4099-AD0B-291F2FF80E8E}" type="presParOf" srcId="{7018E95E-22F4-4B35-B752-159B5CEC2329}" destId="{DF8F200F-B081-4478-9040-62A668F7EB7D}" srcOrd="11" destOrd="0" presId="urn:microsoft.com/office/officeart/2005/8/layout/vProcess5"/>
    <dgm:cxn modelId="{7F743C80-BFB7-4B04-A62B-5E3DD3543E44}" type="presParOf" srcId="{7018E95E-22F4-4B35-B752-159B5CEC2329}" destId="{06EEAA88-783A-42BA-B58F-A3F5ABD3F284}" srcOrd="12" destOrd="0" presId="urn:microsoft.com/office/officeart/2005/8/layout/vProcess5"/>
    <dgm:cxn modelId="{797C07D7-B432-469F-A6F9-D39FFE042C94}" type="presParOf" srcId="{7018E95E-22F4-4B35-B752-159B5CEC2329}" destId="{3C9741C4-ED91-4362-9BEF-78766208DCD4}" srcOrd="13" destOrd="0" presId="urn:microsoft.com/office/officeart/2005/8/layout/vProcess5"/>
    <dgm:cxn modelId="{494042A5-DAA3-40A5-9FA1-F884F8C036D1}" type="presParOf" srcId="{7018E95E-22F4-4B35-B752-159B5CEC2329}" destId="{5C5D8267-A0BF-4B05-B918-393650637DF7}" srcOrd="14" destOrd="0" presId="urn:microsoft.com/office/officeart/2005/8/layout/vProcess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1C2F6F5D-4012-4289-A448-5F23151E2C5C}" type="doc">
      <dgm:prSet loTypeId="urn:microsoft.com/office/officeart/2005/8/layout/hierarchy1" loCatId="hierarchy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830B4B00-BBFB-4FB8-9DC3-2DF1D9704EB8}">
      <dgm:prSet/>
      <dgm:spPr/>
      <dgm:t>
        <a:bodyPr/>
        <a:lstStyle/>
        <a:p>
          <a:r>
            <a:rPr lang="en-US"/>
            <a:t>UDP Flooder:</a:t>
          </a:r>
        </a:p>
      </dgm:t>
    </dgm:pt>
    <dgm:pt modelId="{D2DA7CE0-8C91-4F35-BD3C-6C5072BD4E3C}" type="parTrans" cxnId="{9C7D7262-7B68-4A66-B770-6991FCA6C0EF}">
      <dgm:prSet/>
      <dgm:spPr/>
      <dgm:t>
        <a:bodyPr/>
        <a:lstStyle/>
        <a:p>
          <a:endParaRPr lang="en-US"/>
        </a:p>
      </dgm:t>
    </dgm:pt>
    <dgm:pt modelId="{BF5788FA-127C-4274-AE60-1B00CC403BD3}" type="sibTrans" cxnId="{9C7D7262-7B68-4A66-B770-6991FCA6C0EF}">
      <dgm:prSet/>
      <dgm:spPr/>
      <dgm:t>
        <a:bodyPr/>
        <a:lstStyle/>
        <a:p>
          <a:endParaRPr lang="en-US"/>
        </a:p>
      </dgm:t>
    </dgm:pt>
    <dgm:pt modelId="{E2FF1A34-8FA7-42FC-9F76-4FC6BF9BAC00}">
      <dgm:prSet/>
      <dgm:spPr/>
      <dgm:t>
        <a:bodyPr/>
        <a:lstStyle/>
        <a:p>
          <a:r>
            <a:rPr lang="en-US"/>
            <a:t>Envia packets UDP para simular ataque de inundação</a:t>
          </a:r>
        </a:p>
      </dgm:t>
    </dgm:pt>
    <dgm:pt modelId="{49E5C5C4-6BBB-40A9-9CCE-7A340ED8F345}" type="parTrans" cxnId="{F9D1E870-BE44-43EA-B4E2-A6CACB7718C2}">
      <dgm:prSet/>
      <dgm:spPr/>
      <dgm:t>
        <a:bodyPr/>
        <a:lstStyle/>
        <a:p>
          <a:endParaRPr lang="en-US"/>
        </a:p>
      </dgm:t>
    </dgm:pt>
    <dgm:pt modelId="{EC6D9F71-AB87-428E-B4C5-EC4795B47274}" type="sibTrans" cxnId="{F9D1E870-BE44-43EA-B4E2-A6CACB7718C2}">
      <dgm:prSet/>
      <dgm:spPr/>
      <dgm:t>
        <a:bodyPr/>
        <a:lstStyle/>
        <a:p>
          <a:endParaRPr lang="en-US"/>
        </a:p>
      </dgm:t>
    </dgm:pt>
    <dgm:pt modelId="{63D186D2-BDAC-41B1-BF78-56AD83BC9BA4}">
      <dgm:prSet/>
      <dgm:spPr/>
      <dgm:t>
        <a:bodyPr/>
        <a:lstStyle/>
        <a:p>
          <a:r>
            <a:rPr lang="en-US"/>
            <a:t>Parâmetros: IP alvo, duração em segundos</a:t>
          </a:r>
        </a:p>
      </dgm:t>
    </dgm:pt>
    <dgm:pt modelId="{8A935EA7-C7B2-4F0F-B82B-EB2EDE13B585}" type="parTrans" cxnId="{6DBB2ECC-6DE0-4646-8D7A-0BE717435AA4}">
      <dgm:prSet/>
      <dgm:spPr/>
      <dgm:t>
        <a:bodyPr/>
        <a:lstStyle/>
        <a:p>
          <a:endParaRPr lang="en-US"/>
        </a:p>
      </dgm:t>
    </dgm:pt>
    <dgm:pt modelId="{9B2C6F9E-BF1C-4621-9787-48EA63A5BDB8}" type="sibTrans" cxnId="{6DBB2ECC-6DE0-4646-8D7A-0BE717435AA4}">
      <dgm:prSet/>
      <dgm:spPr/>
      <dgm:t>
        <a:bodyPr/>
        <a:lstStyle/>
        <a:p>
          <a:endParaRPr lang="en-US"/>
        </a:p>
      </dgm:t>
    </dgm:pt>
    <dgm:pt modelId="{D3E39610-0F76-4530-B088-8C282A80B97F}">
      <dgm:prSet/>
      <dgm:spPr/>
      <dgm:t>
        <a:bodyPr/>
        <a:lstStyle/>
        <a:p>
          <a:r>
            <a:rPr lang="pt-PT"/>
            <a:t>SYN Flooder:</a:t>
          </a:r>
          <a:endParaRPr lang="en-US"/>
        </a:p>
      </dgm:t>
    </dgm:pt>
    <dgm:pt modelId="{3A996057-C3ED-44B4-ABA7-95FC2AE56958}" type="parTrans" cxnId="{978BA78C-EFA5-428E-B8BB-D716D891C594}">
      <dgm:prSet/>
      <dgm:spPr/>
      <dgm:t>
        <a:bodyPr/>
        <a:lstStyle/>
        <a:p>
          <a:endParaRPr lang="en-US"/>
        </a:p>
      </dgm:t>
    </dgm:pt>
    <dgm:pt modelId="{0137DFA3-205D-41ED-AEC6-8A1F62083619}" type="sibTrans" cxnId="{978BA78C-EFA5-428E-B8BB-D716D891C594}">
      <dgm:prSet/>
      <dgm:spPr/>
      <dgm:t>
        <a:bodyPr/>
        <a:lstStyle/>
        <a:p>
          <a:endParaRPr lang="en-US"/>
        </a:p>
      </dgm:t>
    </dgm:pt>
    <dgm:pt modelId="{F4C6FCEA-2BDA-47E4-8EA1-F48D55400C14}">
      <dgm:prSet/>
      <dgm:spPr/>
      <dgm:t>
        <a:bodyPr/>
        <a:lstStyle/>
        <a:p>
          <a:r>
            <a:rPr lang="pt-PT"/>
            <a:t>Envia packets TCP SYN para teste de resiliência</a:t>
          </a:r>
          <a:endParaRPr lang="en-US"/>
        </a:p>
      </dgm:t>
    </dgm:pt>
    <dgm:pt modelId="{C5AA52DD-A9D6-416A-AF94-FA121129768A}" type="parTrans" cxnId="{4A4AB2F4-657B-445B-886B-EA24FD41D767}">
      <dgm:prSet/>
      <dgm:spPr/>
      <dgm:t>
        <a:bodyPr/>
        <a:lstStyle/>
        <a:p>
          <a:endParaRPr lang="en-US"/>
        </a:p>
      </dgm:t>
    </dgm:pt>
    <dgm:pt modelId="{E0B64824-0970-47A9-94AA-7330E9B1E2F9}" type="sibTrans" cxnId="{4A4AB2F4-657B-445B-886B-EA24FD41D767}">
      <dgm:prSet/>
      <dgm:spPr/>
      <dgm:t>
        <a:bodyPr/>
        <a:lstStyle/>
        <a:p>
          <a:endParaRPr lang="en-US"/>
        </a:p>
      </dgm:t>
    </dgm:pt>
    <dgm:pt modelId="{F60E157D-DDA8-450D-8A77-A439188A797B}">
      <dgm:prSet/>
      <dgm:spPr/>
      <dgm:t>
        <a:bodyPr/>
        <a:lstStyle/>
        <a:p>
          <a:r>
            <a:rPr lang="pt-PT"/>
            <a:t>Parâmetros: IP alvo, duração em segundos</a:t>
          </a:r>
          <a:endParaRPr lang="en-US"/>
        </a:p>
      </dgm:t>
    </dgm:pt>
    <dgm:pt modelId="{EFD1FC20-9F62-41A8-B342-83887AA3D522}" type="parTrans" cxnId="{12936047-44CE-4D1F-A405-615679F90EA5}">
      <dgm:prSet/>
      <dgm:spPr/>
      <dgm:t>
        <a:bodyPr/>
        <a:lstStyle/>
        <a:p>
          <a:endParaRPr lang="en-US"/>
        </a:p>
      </dgm:t>
    </dgm:pt>
    <dgm:pt modelId="{A1EF3358-F85A-45BB-A3CA-469FA1C65977}" type="sibTrans" cxnId="{12936047-44CE-4D1F-A405-615679F90EA5}">
      <dgm:prSet/>
      <dgm:spPr/>
      <dgm:t>
        <a:bodyPr/>
        <a:lstStyle/>
        <a:p>
          <a:endParaRPr lang="en-US"/>
        </a:p>
      </dgm:t>
    </dgm:pt>
    <dgm:pt modelId="{87B985D0-7D4A-421F-B3ED-3BA2D9DC8F3E}" type="pres">
      <dgm:prSet presAssocID="{1C2F6F5D-4012-4289-A448-5F23151E2C5C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7700F7D3-431C-44D6-8456-42FE0E80542A}" type="pres">
      <dgm:prSet presAssocID="{830B4B00-BBFB-4FB8-9DC3-2DF1D9704EB8}" presName="hierRoot1" presStyleCnt="0"/>
      <dgm:spPr/>
    </dgm:pt>
    <dgm:pt modelId="{0016D300-3354-4767-975A-1CF80DD9E8FB}" type="pres">
      <dgm:prSet presAssocID="{830B4B00-BBFB-4FB8-9DC3-2DF1D9704EB8}" presName="composite" presStyleCnt="0"/>
      <dgm:spPr/>
    </dgm:pt>
    <dgm:pt modelId="{B27BD88A-3551-42E7-9075-B510B8A834D7}" type="pres">
      <dgm:prSet presAssocID="{830B4B00-BBFB-4FB8-9DC3-2DF1D9704EB8}" presName="background" presStyleLbl="node0" presStyleIdx="0" presStyleCnt="2"/>
      <dgm:spPr/>
    </dgm:pt>
    <dgm:pt modelId="{64F59240-D676-4A64-9BE6-E256860C5250}" type="pres">
      <dgm:prSet presAssocID="{830B4B00-BBFB-4FB8-9DC3-2DF1D9704EB8}" presName="text" presStyleLbl="fgAcc0" presStyleIdx="0" presStyleCnt="2">
        <dgm:presLayoutVars>
          <dgm:chPref val="3"/>
        </dgm:presLayoutVars>
      </dgm:prSet>
      <dgm:spPr/>
    </dgm:pt>
    <dgm:pt modelId="{A9207259-1320-4C76-B47C-59A870CF8FEC}" type="pres">
      <dgm:prSet presAssocID="{830B4B00-BBFB-4FB8-9DC3-2DF1D9704EB8}" presName="hierChild2" presStyleCnt="0"/>
      <dgm:spPr/>
    </dgm:pt>
    <dgm:pt modelId="{FDA4FEB6-3555-4458-8859-656317032C84}" type="pres">
      <dgm:prSet presAssocID="{49E5C5C4-6BBB-40A9-9CCE-7A340ED8F345}" presName="Name10" presStyleLbl="parChTrans1D2" presStyleIdx="0" presStyleCnt="4"/>
      <dgm:spPr/>
    </dgm:pt>
    <dgm:pt modelId="{64410F96-AD3E-42B7-A215-C6A08B1117A2}" type="pres">
      <dgm:prSet presAssocID="{E2FF1A34-8FA7-42FC-9F76-4FC6BF9BAC00}" presName="hierRoot2" presStyleCnt="0"/>
      <dgm:spPr/>
    </dgm:pt>
    <dgm:pt modelId="{25D06D2F-BFAE-4AFF-9CC8-83828188660D}" type="pres">
      <dgm:prSet presAssocID="{E2FF1A34-8FA7-42FC-9F76-4FC6BF9BAC00}" presName="composite2" presStyleCnt="0"/>
      <dgm:spPr/>
    </dgm:pt>
    <dgm:pt modelId="{91FFD681-9F3F-4136-BFF8-555E596D1B2B}" type="pres">
      <dgm:prSet presAssocID="{E2FF1A34-8FA7-42FC-9F76-4FC6BF9BAC00}" presName="background2" presStyleLbl="node2" presStyleIdx="0" presStyleCnt="4"/>
      <dgm:spPr/>
    </dgm:pt>
    <dgm:pt modelId="{DF0A3D30-E24D-4DC4-BD15-3C5BFED11A63}" type="pres">
      <dgm:prSet presAssocID="{E2FF1A34-8FA7-42FC-9F76-4FC6BF9BAC00}" presName="text2" presStyleLbl="fgAcc2" presStyleIdx="0" presStyleCnt="4">
        <dgm:presLayoutVars>
          <dgm:chPref val="3"/>
        </dgm:presLayoutVars>
      </dgm:prSet>
      <dgm:spPr/>
    </dgm:pt>
    <dgm:pt modelId="{11EADF22-15B4-4CFC-AA73-18F8DCB7C282}" type="pres">
      <dgm:prSet presAssocID="{E2FF1A34-8FA7-42FC-9F76-4FC6BF9BAC00}" presName="hierChild3" presStyleCnt="0"/>
      <dgm:spPr/>
    </dgm:pt>
    <dgm:pt modelId="{1B06B614-81CD-4AE8-9ED0-2AED9A3BF108}" type="pres">
      <dgm:prSet presAssocID="{8A935EA7-C7B2-4F0F-B82B-EB2EDE13B585}" presName="Name10" presStyleLbl="parChTrans1D2" presStyleIdx="1" presStyleCnt="4"/>
      <dgm:spPr/>
    </dgm:pt>
    <dgm:pt modelId="{D9E542A0-0BF1-482D-94BA-3FC780088818}" type="pres">
      <dgm:prSet presAssocID="{63D186D2-BDAC-41B1-BF78-56AD83BC9BA4}" presName="hierRoot2" presStyleCnt="0"/>
      <dgm:spPr/>
    </dgm:pt>
    <dgm:pt modelId="{63656C64-034E-4415-956C-0B18A015A72C}" type="pres">
      <dgm:prSet presAssocID="{63D186D2-BDAC-41B1-BF78-56AD83BC9BA4}" presName="composite2" presStyleCnt="0"/>
      <dgm:spPr/>
    </dgm:pt>
    <dgm:pt modelId="{42CA0F5A-0053-41BD-813A-29EE0B799BA2}" type="pres">
      <dgm:prSet presAssocID="{63D186D2-BDAC-41B1-BF78-56AD83BC9BA4}" presName="background2" presStyleLbl="node2" presStyleIdx="1" presStyleCnt="4"/>
      <dgm:spPr/>
    </dgm:pt>
    <dgm:pt modelId="{2F91BB45-D313-4C10-BE75-0C3A8A909B4D}" type="pres">
      <dgm:prSet presAssocID="{63D186D2-BDAC-41B1-BF78-56AD83BC9BA4}" presName="text2" presStyleLbl="fgAcc2" presStyleIdx="1" presStyleCnt="4">
        <dgm:presLayoutVars>
          <dgm:chPref val="3"/>
        </dgm:presLayoutVars>
      </dgm:prSet>
      <dgm:spPr/>
    </dgm:pt>
    <dgm:pt modelId="{B1240204-934A-4896-8E74-D38895B1142B}" type="pres">
      <dgm:prSet presAssocID="{63D186D2-BDAC-41B1-BF78-56AD83BC9BA4}" presName="hierChild3" presStyleCnt="0"/>
      <dgm:spPr/>
    </dgm:pt>
    <dgm:pt modelId="{299E44E4-91BA-4583-A0C1-35CFD62EC1F9}" type="pres">
      <dgm:prSet presAssocID="{D3E39610-0F76-4530-B088-8C282A80B97F}" presName="hierRoot1" presStyleCnt="0"/>
      <dgm:spPr/>
    </dgm:pt>
    <dgm:pt modelId="{A85F83D0-6E54-487B-9291-D9A689AAF09D}" type="pres">
      <dgm:prSet presAssocID="{D3E39610-0F76-4530-B088-8C282A80B97F}" presName="composite" presStyleCnt="0"/>
      <dgm:spPr/>
    </dgm:pt>
    <dgm:pt modelId="{788F4803-D5FA-4EEA-A217-358A3949A23F}" type="pres">
      <dgm:prSet presAssocID="{D3E39610-0F76-4530-B088-8C282A80B97F}" presName="background" presStyleLbl="node0" presStyleIdx="1" presStyleCnt="2"/>
      <dgm:spPr/>
    </dgm:pt>
    <dgm:pt modelId="{60D4F182-0480-4C24-8432-FE38E8DBEF01}" type="pres">
      <dgm:prSet presAssocID="{D3E39610-0F76-4530-B088-8C282A80B97F}" presName="text" presStyleLbl="fgAcc0" presStyleIdx="1" presStyleCnt="2">
        <dgm:presLayoutVars>
          <dgm:chPref val="3"/>
        </dgm:presLayoutVars>
      </dgm:prSet>
      <dgm:spPr/>
    </dgm:pt>
    <dgm:pt modelId="{6DAA1F7A-E5EC-4DBF-B632-D765BDD065B4}" type="pres">
      <dgm:prSet presAssocID="{D3E39610-0F76-4530-B088-8C282A80B97F}" presName="hierChild2" presStyleCnt="0"/>
      <dgm:spPr/>
    </dgm:pt>
    <dgm:pt modelId="{3041EFFE-C4CB-4337-BDF4-5BC1B84A94EA}" type="pres">
      <dgm:prSet presAssocID="{C5AA52DD-A9D6-416A-AF94-FA121129768A}" presName="Name10" presStyleLbl="parChTrans1D2" presStyleIdx="2" presStyleCnt="4"/>
      <dgm:spPr/>
    </dgm:pt>
    <dgm:pt modelId="{034E0104-8A51-4891-991D-5394579C7D7B}" type="pres">
      <dgm:prSet presAssocID="{F4C6FCEA-2BDA-47E4-8EA1-F48D55400C14}" presName="hierRoot2" presStyleCnt="0"/>
      <dgm:spPr/>
    </dgm:pt>
    <dgm:pt modelId="{D19B19A0-F7D9-4C63-970B-1655C1CD8E31}" type="pres">
      <dgm:prSet presAssocID="{F4C6FCEA-2BDA-47E4-8EA1-F48D55400C14}" presName="composite2" presStyleCnt="0"/>
      <dgm:spPr/>
    </dgm:pt>
    <dgm:pt modelId="{4022668A-DD03-4BD9-A689-30E9D530ACA0}" type="pres">
      <dgm:prSet presAssocID="{F4C6FCEA-2BDA-47E4-8EA1-F48D55400C14}" presName="background2" presStyleLbl="node2" presStyleIdx="2" presStyleCnt="4"/>
      <dgm:spPr/>
    </dgm:pt>
    <dgm:pt modelId="{587CD497-B61E-4867-B6FD-867FBCF3CDB7}" type="pres">
      <dgm:prSet presAssocID="{F4C6FCEA-2BDA-47E4-8EA1-F48D55400C14}" presName="text2" presStyleLbl="fgAcc2" presStyleIdx="2" presStyleCnt="4">
        <dgm:presLayoutVars>
          <dgm:chPref val="3"/>
        </dgm:presLayoutVars>
      </dgm:prSet>
      <dgm:spPr/>
    </dgm:pt>
    <dgm:pt modelId="{A240BB32-DD22-4326-86D3-05FD26A9BE8F}" type="pres">
      <dgm:prSet presAssocID="{F4C6FCEA-2BDA-47E4-8EA1-F48D55400C14}" presName="hierChild3" presStyleCnt="0"/>
      <dgm:spPr/>
    </dgm:pt>
    <dgm:pt modelId="{7EFC2090-6BA5-40AA-A68A-0931B586E4B2}" type="pres">
      <dgm:prSet presAssocID="{EFD1FC20-9F62-41A8-B342-83887AA3D522}" presName="Name10" presStyleLbl="parChTrans1D2" presStyleIdx="3" presStyleCnt="4"/>
      <dgm:spPr/>
    </dgm:pt>
    <dgm:pt modelId="{C353AD6D-C547-4014-8786-4D0FBEB42009}" type="pres">
      <dgm:prSet presAssocID="{F60E157D-DDA8-450D-8A77-A439188A797B}" presName="hierRoot2" presStyleCnt="0"/>
      <dgm:spPr/>
    </dgm:pt>
    <dgm:pt modelId="{9F150B54-F336-459D-A680-5AFE81EF92F3}" type="pres">
      <dgm:prSet presAssocID="{F60E157D-DDA8-450D-8A77-A439188A797B}" presName="composite2" presStyleCnt="0"/>
      <dgm:spPr/>
    </dgm:pt>
    <dgm:pt modelId="{72240630-5D4F-4DA8-9903-705EEECE4020}" type="pres">
      <dgm:prSet presAssocID="{F60E157D-DDA8-450D-8A77-A439188A797B}" presName="background2" presStyleLbl="node2" presStyleIdx="3" presStyleCnt="4"/>
      <dgm:spPr/>
    </dgm:pt>
    <dgm:pt modelId="{B819A68E-EB22-48A7-A3C5-F1B7EEAB7456}" type="pres">
      <dgm:prSet presAssocID="{F60E157D-DDA8-450D-8A77-A439188A797B}" presName="text2" presStyleLbl="fgAcc2" presStyleIdx="3" presStyleCnt="4">
        <dgm:presLayoutVars>
          <dgm:chPref val="3"/>
        </dgm:presLayoutVars>
      </dgm:prSet>
      <dgm:spPr/>
    </dgm:pt>
    <dgm:pt modelId="{11016246-F54C-4C63-927F-3098EEE7341D}" type="pres">
      <dgm:prSet presAssocID="{F60E157D-DDA8-450D-8A77-A439188A797B}" presName="hierChild3" presStyleCnt="0"/>
      <dgm:spPr/>
    </dgm:pt>
  </dgm:ptLst>
  <dgm:cxnLst>
    <dgm:cxn modelId="{5CD54102-2A09-4E89-BB7C-9739C503775F}" type="presOf" srcId="{1C2F6F5D-4012-4289-A448-5F23151E2C5C}" destId="{87B985D0-7D4A-421F-B3ED-3BA2D9DC8F3E}" srcOrd="0" destOrd="0" presId="urn:microsoft.com/office/officeart/2005/8/layout/hierarchy1"/>
    <dgm:cxn modelId="{23FBFD02-C7D1-4AB3-9B4F-2B4A1296E4F6}" type="presOf" srcId="{F60E157D-DDA8-450D-8A77-A439188A797B}" destId="{B819A68E-EB22-48A7-A3C5-F1B7EEAB7456}" srcOrd="0" destOrd="0" presId="urn:microsoft.com/office/officeart/2005/8/layout/hierarchy1"/>
    <dgm:cxn modelId="{9BE13609-D4CA-405A-B561-7F75D10EEEEF}" type="presOf" srcId="{D3E39610-0F76-4530-B088-8C282A80B97F}" destId="{60D4F182-0480-4C24-8432-FE38E8DBEF01}" srcOrd="0" destOrd="0" presId="urn:microsoft.com/office/officeart/2005/8/layout/hierarchy1"/>
    <dgm:cxn modelId="{B4C6E02E-E26A-4697-8BFA-1F493821063F}" type="presOf" srcId="{E2FF1A34-8FA7-42FC-9F76-4FC6BF9BAC00}" destId="{DF0A3D30-E24D-4DC4-BD15-3C5BFED11A63}" srcOrd="0" destOrd="0" presId="urn:microsoft.com/office/officeart/2005/8/layout/hierarchy1"/>
    <dgm:cxn modelId="{9C7D7262-7B68-4A66-B770-6991FCA6C0EF}" srcId="{1C2F6F5D-4012-4289-A448-5F23151E2C5C}" destId="{830B4B00-BBFB-4FB8-9DC3-2DF1D9704EB8}" srcOrd="0" destOrd="0" parTransId="{D2DA7CE0-8C91-4F35-BD3C-6C5072BD4E3C}" sibTransId="{BF5788FA-127C-4274-AE60-1B00CC403BD3}"/>
    <dgm:cxn modelId="{FD890265-50DC-46EF-B6B2-53862BB8C0F8}" type="presOf" srcId="{8A935EA7-C7B2-4F0F-B82B-EB2EDE13B585}" destId="{1B06B614-81CD-4AE8-9ED0-2AED9A3BF108}" srcOrd="0" destOrd="0" presId="urn:microsoft.com/office/officeart/2005/8/layout/hierarchy1"/>
    <dgm:cxn modelId="{12936047-44CE-4D1F-A405-615679F90EA5}" srcId="{D3E39610-0F76-4530-B088-8C282A80B97F}" destId="{F60E157D-DDA8-450D-8A77-A439188A797B}" srcOrd="1" destOrd="0" parTransId="{EFD1FC20-9F62-41A8-B342-83887AA3D522}" sibTransId="{A1EF3358-F85A-45BB-A3CA-469FA1C65977}"/>
    <dgm:cxn modelId="{95ED364E-1DBF-4A53-8F59-1743015E3276}" type="presOf" srcId="{C5AA52DD-A9D6-416A-AF94-FA121129768A}" destId="{3041EFFE-C4CB-4337-BDF4-5BC1B84A94EA}" srcOrd="0" destOrd="0" presId="urn:microsoft.com/office/officeart/2005/8/layout/hierarchy1"/>
    <dgm:cxn modelId="{F9D1E870-BE44-43EA-B4E2-A6CACB7718C2}" srcId="{830B4B00-BBFB-4FB8-9DC3-2DF1D9704EB8}" destId="{E2FF1A34-8FA7-42FC-9F76-4FC6BF9BAC00}" srcOrd="0" destOrd="0" parTransId="{49E5C5C4-6BBB-40A9-9CCE-7A340ED8F345}" sibTransId="{EC6D9F71-AB87-428E-B4C5-EC4795B47274}"/>
    <dgm:cxn modelId="{978BA78C-EFA5-428E-B8BB-D716D891C594}" srcId="{1C2F6F5D-4012-4289-A448-5F23151E2C5C}" destId="{D3E39610-0F76-4530-B088-8C282A80B97F}" srcOrd="1" destOrd="0" parTransId="{3A996057-C3ED-44B4-ABA7-95FC2AE56958}" sibTransId="{0137DFA3-205D-41ED-AEC6-8A1F62083619}"/>
    <dgm:cxn modelId="{6DBB2ECC-6DE0-4646-8D7A-0BE717435AA4}" srcId="{830B4B00-BBFB-4FB8-9DC3-2DF1D9704EB8}" destId="{63D186D2-BDAC-41B1-BF78-56AD83BC9BA4}" srcOrd="1" destOrd="0" parTransId="{8A935EA7-C7B2-4F0F-B82B-EB2EDE13B585}" sibTransId="{9B2C6F9E-BF1C-4621-9787-48EA63A5BDB8}"/>
    <dgm:cxn modelId="{761519D2-1FD2-433D-8068-C9A6EA80C5DF}" type="presOf" srcId="{F4C6FCEA-2BDA-47E4-8EA1-F48D55400C14}" destId="{587CD497-B61E-4867-B6FD-867FBCF3CDB7}" srcOrd="0" destOrd="0" presId="urn:microsoft.com/office/officeart/2005/8/layout/hierarchy1"/>
    <dgm:cxn modelId="{40C6A2E6-D703-4A4B-90C0-E800C4F11484}" type="presOf" srcId="{EFD1FC20-9F62-41A8-B342-83887AA3D522}" destId="{7EFC2090-6BA5-40AA-A68A-0931B586E4B2}" srcOrd="0" destOrd="0" presId="urn:microsoft.com/office/officeart/2005/8/layout/hierarchy1"/>
    <dgm:cxn modelId="{82AEF9EE-AC0B-4614-B38C-0D1489381E44}" type="presOf" srcId="{830B4B00-BBFB-4FB8-9DC3-2DF1D9704EB8}" destId="{64F59240-D676-4A64-9BE6-E256860C5250}" srcOrd="0" destOrd="0" presId="urn:microsoft.com/office/officeart/2005/8/layout/hierarchy1"/>
    <dgm:cxn modelId="{AECB1FF1-D554-4CF9-A89C-32BAF5FE1D56}" type="presOf" srcId="{63D186D2-BDAC-41B1-BF78-56AD83BC9BA4}" destId="{2F91BB45-D313-4C10-BE75-0C3A8A909B4D}" srcOrd="0" destOrd="0" presId="urn:microsoft.com/office/officeart/2005/8/layout/hierarchy1"/>
    <dgm:cxn modelId="{4A4AB2F4-657B-445B-886B-EA24FD41D767}" srcId="{D3E39610-0F76-4530-B088-8C282A80B97F}" destId="{F4C6FCEA-2BDA-47E4-8EA1-F48D55400C14}" srcOrd="0" destOrd="0" parTransId="{C5AA52DD-A9D6-416A-AF94-FA121129768A}" sibTransId="{E0B64824-0970-47A9-94AA-7330E9B1E2F9}"/>
    <dgm:cxn modelId="{1414D8F7-62CB-4CBA-8F86-B87B0B367169}" type="presOf" srcId="{49E5C5C4-6BBB-40A9-9CCE-7A340ED8F345}" destId="{FDA4FEB6-3555-4458-8859-656317032C84}" srcOrd="0" destOrd="0" presId="urn:microsoft.com/office/officeart/2005/8/layout/hierarchy1"/>
    <dgm:cxn modelId="{A8393BC1-066F-4BC0-846B-57AEF9BD149C}" type="presParOf" srcId="{87B985D0-7D4A-421F-B3ED-3BA2D9DC8F3E}" destId="{7700F7D3-431C-44D6-8456-42FE0E80542A}" srcOrd="0" destOrd="0" presId="urn:microsoft.com/office/officeart/2005/8/layout/hierarchy1"/>
    <dgm:cxn modelId="{058FCB66-CC52-45B1-811E-7BECACCEB97B}" type="presParOf" srcId="{7700F7D3-431C-44D6-8456-42FE0E80542A}" destId="{0016D300-3354-4767-975A-1CF80DD9E8FB}" srcOrd="0" destOrd="0" presId="urn:microsoft.com/office/officeart/2005/8/layout/hierarchy1"/>
    <dgm:cxn modelId="{7AEFDB39-345E-40AA-9F71-B0009AF103FF}" type="presParOf" srcId="{0016D300-3354-4767-975A-1CF80DD9E8FB}" destId="{B27BD88A-3551-42E7-9075-B510B8A834D7}" srcOrd="0" destOrd="0" presId="urn:microsoft.com/office/officeart/2005/8/layout/hierarchy1"/>
    <dgm:cxn modelId="{9B7829DE-69BC-4682-9AE1-9EFD2799780B}" type="presParOf" srcId="{0016D300-3354-4767-975A-1CF80DD9E8FB}" destId="{64F59240-D676-4A64-9BE6-E256860C5250}" srcOrd="1" destOrd="0" presId="urn:microsoft.com/office/officeart/2005/8/layout/hierarchy1"/>
    <dgm:cxn modelId="{0B976BEE-314F-47C2-A9FB-9CF92C1D60C2}" type="presParOf" srcId="{7700F7D3-431C-44D6-8456-42FE0E80542A}" destId="{A9207259-1320-4C76-B47C-59A870CF8FEC}" srcOrd="1" destOrd="0" presId="urn:microsoft.com/office/officeart/2005/8/layout/hierarchy1"/>
    <dgm:cxn modelId="{17DD2F5B-58BF-47C2-A245-0452248DAC60}" type="presParOf" srcId="{A9207259-1320-4C76-B47C-59A870CF8FEC}" destId="{FDA4FEB6-3555-4458-8859-656317032C84}" srcOrd="0" destOrd="0" presId="urn:microsoft.com/office/officeart/2005/8/layout/hierarchy1"/>
    <dgm:cxn modelId="{608AFF48-53E1-4651-9621-E989029F8129}" type="presParOf" srcId="{A9207259-1320-4C76-B47C-59A870CF8FEC}" destId="{64410F96-AD3E-42B7-A215-C6A08B1117A2}" srcOrd="1" destOrd="0" presId="urn:microsoft.com/office/officeart/2005/8/layout/hierarchy1"/>
    <dgm:cxn modelId="{5457F496-DB26-437A-8863-A417963A350B}" type="presParOf" srcId="{64410F96-AD3E-42B7-A215-C6A08B1117A2}" destId="{25D06D2F-BFAE-4AFF-9CC8-83828188660D}" srcOrd="0" destOrd="0" presId="urn:microsoft.com/office/officeart/2005/8/layout/hierarchy1"/>
    <dgm:cxn modelId="{708110B0-C448-4D9C-A3DA-CD5202ACA745}" type="presParOf" srcId="{25D06D2F-BFAE-4AFF-9CC8-83828188660D}" destId="{91FFD681-9F3F-4136-BFF8-555E596D1B2B}" srcOrd="0" destOrd="0" presId="urn:microsoft.com/office/officeart/2005/8/layout/hierarchy1"/>
    <dgm:cxn modelId="{9C0D3F16-4B2E-4316-B02B-E74360731BC0}" type="presParOf" srcId="{25D06D2F-BFAE-4AFF-9CC8-83828188660D}" destId="{DF0A3D30-E24D-4DC4-BD15-3C5BFED11A63}" srcOrd="1" destOrd="0" presId="urn:microsoft.com/office/officeart/2005/8/layout/hierarchy1"/>
    <dgm:cxn modelId="{214E8D4D-AE27-4DC6-A36D-415EA742C0D1}" type="presParOf" srcId="{64410F96-AD3E-42B7-A215-C6A08B1117A2}" destId="{11EADF22-15B4-4CFC-AA73-18F8DCB7C282}" srcOrd="1" destOrd="0" presId="urn:microsoft.com/office/officeart/2005/8/layout/hierarchy1"/>
    <dgm:cxn modelId="{15FA2204-7F64-4A27-AB33-925267C95586}" type="presParOf" srcId="{A9207259-1320-4C76-B47C-59A870CF8FEC}" destId="{1B06B614-81CD-4AE8-9ED0-2AED9A3BF108}" srcOrd="2" destOrd="0" presId="urn:microsoft.com/office/officeart/2005/8/layout/hierarchy1"/>
    <dgm:cxn modelId="{1A7448A4-85C8-4151-B642-6A36ACB31D30}" type="presParOf" srcId="{A9207259-1320-4C76-B47C-59A870CF8FEC}" destId="{D9E542A0-0BF1-482D-94BA-3FC780088818}" srcOrd="3" destOrd="0" presId="urn:microsoft.com/office/officeart/2005/8/layout/hierarchy1"/>
    <dgm:cxn modelId="{62CC80C6-4A9F-4229-A9C3-A91F774231BE}" type="presParOf" srcId="{D9E542A0-0BF1-482D-94BA-3FC780088818}" destId="{63656C64-034E-4415-956C-0B18A015A72C}" srcOrd="0" destOrd="0" presId="urn:microsoft.com/office/officeart/2005/8/layout/hierarchy1"/>
    <dgm:cxn modelId="{BFC085A8-C430-40B7-85B9-F2C8EB8B0D63}" type="presParOf" srcId="{63656C64-034E-4415-956C-0B18A015A72C}" destId="{42CA0F5A-0053-41BD-813A-29EE0B799BA2}" srcOrd="0" destOrd="0" presId="urn:microsoft.com/office/officeart/2005/8/layout/hierarchy1"/>
    <dgm:cxn modelId="{3E00DAC9-56E9-452E-AB5D-0268EE53102A}" type="presParOf" srcId="{63656C64-034E-4415-956C-0B18A015A72C}" destId="{2F91BB45-D313-4C10-BE75-0C3A8A909B4D}" srcOrd="1" destOrd="0" presId="urn:microsoft.com/office/officeart/2005/8/layout/hierarchy1"/>
    <dgm:cxn modelId="{04106E72-6BAB-41CF-B926-DA6045CAB196}" type="presParOf" srcId="{D9E542A0-0BF1-482D-94BA-3FC780088818}" destId="{B1240204-934A-4896-8E74-D38895B1142B}" srcOrd="1" destOrd="0" presId="urn:microsoft.com/office/officeart/2005/8/layout/hierarchy1"/>
    <dgm:cxn modelId="{2FC2E90E-0874-4AD3-A315-01613D665969}" type="presParOf" srcId="{87B985D0-7D4A-421F-B3ED-3BA2D9DC8F3E}" destId="{299E44E4-91BA-4583-A0C1-35CFD62EC1F9}" srcOrd="1" destOrd="0" presId="urn:microsoft.com/office/officeart/2005/8/layout/hierarchy1"/>
    <dgm:cxn modelId="{B45B9559-FEDB-4036-A091-D3019779980B}" type="presParOf" srcId="{299E44E4-91BA-4583-A0C1-35CFD62EC1F9}" destId="{A85F83D0-6E54-487B-9291-D9A689AAF09D}" srcOrd="0" destOrd="0" presId="urn:microsoft.com/office/officeart/2005/8/layout/hierarchy1"/>
    <dgm:cxn modelId="{A4E68019-2389-421B-9711-C7BFC277169D}" type="presParOf" srcId="{A85F83D0-6E54-487B-9291-D9A689AAF09D}" destId="{788F4803-D5FA-4EEA-A217-358A3949A23F}" srcOrd="0" destOrd="0" presId="urn:microsoft.com/office/officeart/2005/8/layout/hierarchy1"/>
    <dgm:cxn modelId="{78EAE974-A3B0-4103-8B8B-52C14D1FCF97}" type="presParOf" srcId="{A85F83D0-6E54-487B-9291-D9A689AAF09D}" destId="{60D4F182-0480-4C24-8432-FE38E8DBEF01}" srcOrd="1" destOrd="0" presId="urn:microsoft.com/office/officeart/2005/8/layout/hierarchy1"/>
    <dgm:cxn modelId="{0FF01A54-3958-412A-AC30-4D9D9BEA62D8}" type="presParOf" srcId="{299E44E4-91BA-4583-A0C1-35CFD62EC1F9}" destId="{6DAA1F7A-E5EC-4DBF-B632-D765BDD065B4}" srcOrd="1" destOrd="0" presId="urn:microsoft.com/office/officeart/2005/8/layout/hierarchy1"/>
    <dgm:cxn modelId="{36224B45-A266-44FB-B199-91E5A2EE6C60}" type="presParOf" srcId="{6DAA1F7A-E5EC-4DBF-B632-D765BDD065B4}" destId="{3041EFFE-C4CB-4337-BDF4-5BC1B84A94EA}" srcOrd="0" destOrd="0" presId="urn:microsoft.com/office/officeart/2005/8/layout/hierarchy1"/>
    <dgm:cxn modelId="{83784811-EA85-4865-B7A2-F8116752CD48}" type="presParOf" srcId="{6DAA1F7A-E5EC-4DBF-B632-D765BDD065B4}" destId="{034E0104-8A51-4891-991D-5394579C7D7B}" srcOrd="1" destOrd="0" presId="urn:microsoft.com/office/officeart/2005/8/layout/hierarchy1"/>
    <dgm:cxn modelId="{04D10C45-FFCA-43AB-B5DA-3541BF601FF6}" type="presParOf" srcId="{034E0104-8A51-4891-991D-5394579C7D7B}" destId="{D19B19A0-F7D9-4C63-970B-1655C1CD8E31}" srcOrd="0" destOrd="0" presId="urn:microsoft.com/office/officeart/2005/8/layout/hierarchy1"/>
    <dgm:cxn modelId="{DAD0A06B-C2E4-4793-9993-1C49CC056EEE}" type="presParOf" srcId="{D19B19A0-F7D9-4C63-970B-1655C1CD8E31}" destId="{4022668A-DD03-4BD9-A689-30E9D530ACA0}" srcOrd="0" destOrd="0" presId="urn:microsoft.com/office/officeart/2005/8/layout/hierarchy1"/>
    <dgm:cxn modelId="{C7B270B0-3F6A-47D0-9CAF-F403D2370CAF}" type="presParOf" srcId="{D19B19A0-F7D9-4C63-970B-1655C1CD8E31}" destId="{587CD497-B61E-4867-B6FD-867FBCF3CDB7}" srcOrd="1" destOrd="0" presId="urn:microsoft.com/office/officeart/2005/8/layout/hierarchy1"/>
    <dgm:cxn modelId="{24252417-30D3-4235-AEB9-B277AE428F36}" type="presParOf" srcId="{034E0104-8A51-4891-991D-5394579C7D7B}" destId="{A240BB32-DD22-4326-86D3-05FD26A9BE8F}" srcOrd="1" destOrd="0" presId="urn:microsoft.com/office/officeart/2005/8/layout/hierarchy1"/>
    <dgm:cxn modelId="{132D8AED-FAFB-40D2-B8EF-64A037AA484D}" type="presParOf" srcId="{6DAA1F7A-E5EC-4DBF-B632-D765BDD065B4}" destId="{7EFC2090-6BA5-40AA-A68A-0931B586E4B2}" srcOrd="2" destOrd="0" presId="urn:microsoft.com/office/officeart/2005/8/layout/hierarchy1"/>
    <dgm:cxn modelId="{1CD82A70-C0EC-4E53-ABF4-99BA59C870CF}" type="presParOf" srcId="{6DAA1F7A-E5EC-4DBF-B632-D765BDD065B4}" destId="{C353AD6D-C547-4014-8786-4D0FBEB42009}" srcOrd="3" destOrd="0" presId="urn:microsoft.com/office/officeart/2005/8/layout/hierarchy1"/>
    <dgm:cxn modelId="{EC81697B-5128-44B9-8890-1CA056B7FDA6}" type="presParOf" srcId="{C353AD6D-C547-4014-8786-4D0FBEB42009}" destId="{9F150B54-F336-459D-A680-5AFE81EF92F3}" srcOrd="0" destOrd="0" presId="urn:microsoft.com/office/officeart/2005/8/layout/hierarchy1"/>
    <dgm:cxn modelId="{CD7112E8-469C-4FDB-A4FD-5EED733FA8D9}" type="presParOf" srcId="{9F150B54-F336-459D-A680-5AFE81EF92F3}" destId="{72240630-5D4F-4DA8-9903-705EEECE4020}" srcOrd="0" destOrd="0" presId="urn:microsoft.com/office/officeart/2005/8/layout/hierarchy1"/>
    <dgm:cxn modelId="{6AFADFA9-F89D-4B63-8E2A-52B9D99DCE92}" type="presParOf" srcId="{9F150B54-F336-459D-A680-5AFE81EF92F3}" destId="{B819A68E-EB22-48A7-A3C5-F1B7EEAB7456}" srcOrd="1" destOrd="0" presId="urn:microsoft.com/office/officeart/2005/8/layout/hierarchy1"/>
    <dgm:cxn modelId="{135CB04C-C517-4D7A-AB74-4182E1FC56B6}" type="presParOf" srcId="{C353AD6D-C547-4014-8786-4D0FBEB42009}" destId="{11016246-F54C-4C63-927F-3098EEE7341D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A2685ACF-65F8-44BE-87B8-F00D3466A377}" type="doc">
      <dgm:prSet loTypeId="urn:microsoft.com/office/officeart/2005/8/layout/default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93C2646E-B6D0-4A11-A639-BAF8DDA0C905}">
      <dgm:prSet/>
      <dgm:spPr/>
      <dgm:t>
        <a:bodyPr/>
        <a:lstStyle/>
        <a:p>
          <a:r>
            <a:rPr lang="pt-PT" dirty="0"/>
            <a:t>🔐 </a:t>
          </a:r>
        </a:p>
        <a:p>
          <a:r>
            <a:rPr lang="pt-PT" dirty="0"/>
            <a:t>Gestão segura de credenciais e palavras-passe</a:t>
          </a:r>
          <a:endParaRPr lang="en-US" dirty="0"/>
        </a:p>
      </dgm:t>
    </dgm:pt>
    <dgm:pt modelId="{12D34212-EA90-497C-9C9C-E4D3C513C6F2}" type="parTrans" cxnId="{2850BE5B-EFA9-455F-AD56-CA821276F539}">
      <dgm:prSet/>
      <dgm:spPr/>
      <dgm:t>
        <a:bodyPr/>
        <a:lstStyle/>
        <a:p>
          <a:endParaRPr lang="en-US"/>
        </a:p>
      </dgm:t>
    </dgm:pt>
    <dgm:pt modelId="{5DE1B174-0EDF-45CA-B46A-A5BFDFD6F53B}" type="sibTrans" cxnId="{2850BE5B-EFA9-455F-AD56-CA821276F539}">
      <dgm:prSet/>
      <dgm:spPr/>
      <dgm:t>
        <a:bodyPr/>
        <a:lstStyle/>
        <a:p>
          <a:endParaRPr lang="en-US"/>
        </a:p>
      </dgm:t>
    </dgm:pt>
    <dgm:pt modelId="{10EBCFE4-EDD4-4B0A-A3A6-80D69A4338CA}">
      <dgm:prSet/>
      <dgm:spPr/>
      <dgm:t>
        <a:bodyPr/>
        <a:lstStyle/>
        <a:p>
          <a:r>
            <a:rPr lang="pt-PT" dirty="0"/>
            <a:t>🔒 </a:t>
          </a:r>
        </a:p>
        <a:p>
          <a:r>
            <a:rPr lang="pt-PT" dirty="0"/>
            <a:t>Encriptação com biblioteca </a:t>
          </a:r>
          <a:r>
            <a:rPr lang="pt-PT" dirty="0" err="1"/>
            <a:t>cryptography</a:t>
          </a:r>
          <a:endParaRPr lang="en-US" dirty="0"/>
        </a:p>
      </dgm:t>
    </dgm:pt>
    <dgm:pt modelId="{ABE9F4B6-BF75-4B75-B11C-19F36435059A}" type="parTrans" cxnId="{6454AC3C-19F4-4F00-8883-FBA4A23232DA}">
      <dgm:prSet/>
      <dgm:spPr/>
      <dgm:t>
        <a:bodyPr/>
        <a:lstStyle/>
        <a:p>
          <a:endParaRPr lang="en-US"/>
        </a:p>
      </dgm:t>
    </dgm:pt>
    <dgm:pt modelId="{A71066A5-3D93-477D-9957-633350B89E36}" type="sibTrans" cxnId="{6454AC3C-19F4-4F00-8883-FBA4A23232DA}">
      <dgm:prSet/>
      <dgm:spPr/>
      <dgm:t>
        <a:bodyPr/>
        <a:lstStyle/>
        <a:p>
          <a:endParaRPr lang="en-US"/>
        </a:p>
      </dgm:t>
    </dgm:pt>
    <dgm:pt modelId="{4CBB6003-C638-4209-9ECD-C0F7EFC05DD8}">
      <dgm:prSet/>
      <dgm:spPr/>
      <dgm:t>
        <a:bodyPr/>
        <a:lstStyle/>
        <a:p>
          <a:r>
            <a:rPr lang="pt-PT" dirty="0"/>
            <a:t>🔑 </a:t>
          </a:r>
        </a:p>
        <a:p>
          <a:r>
            <a:rPr lang="pt-PT" dirty="0"/>
            <a:t>Suporte para autenticação TOTP/HOTP (</a:t>
          </a:r>
          <a:r>
            <a:rPr lang="pt-PT" dirty="0" err="1"/>
            <a:t>One</a:t>
          </a:r>
          <a:r>
            <a:rPr lang="pt-PT" dirty="0"/>
            <a:t>-Time Password)</a:t>
          </a:r>
          <a:endParaRPr lang="en-US" dirty="0"/>
        </a:p>
      </dgm:t>
    </dgm:pt>
    <dgm:pt modelId="{E4F195C2-4154-45D2-B765-E9F756168390}" type="parTrans" cxnId="{94707973-AD60-475D-A846-C8634295E037}">
      <dgm:prSet/>
      <dgm:spPr/>
      <dgm:t>
        <a:bodyPr/>
        <a:lstStyle/>
        <a:p>
          <a:endParaRPr lang="en-US"/>
        </a:p>
      </dgm:t>
    </dgm:pt>
    <dgm:pt modelId="{2C3566BD-B9D9-464D-A767-B3583EDBD1B6}" type="sibTrans" cxnId="{94707973-AD60-475D-A846-C8634295E037}">
      <dgm:prSet/>
      <dgm:spPr/>
      <dgm:t>
        <a:bodyPr/>
        <a:lstStyle/>
        <a:p>
          <a:endParaRPr lang="en-US"/>
        </a:p>
      </dgm:t>
    </dgm:pt>
    <dgm:pt modelId="{731A6890-ED16-4244-AED9-0D217F9B1C6A}">
      <dgm:prSet/>
      <dgm:spPr/>
      <dgm:t>
        <a:bodyPr/>
        <a:lstStyle/>
        <a:p>
          <a:r>
            <a:rPr lang="pt-PT" dirty="0"/>
            <a:t>💾 </a:t>
          </a:r>
        </a:p>
        <a:p>
          <a:r>
            <a:rPr lang="pt-PT" dirty="0"/>
            <a:t>Armazenamento encriptado de dados sensíveis</a:t>
          </a:r>
          <a:endParaRPr lang="en-US" dirty="0"/>
        </a:p>
      </dgm:t>
    </dgm:pt>
    <dgm:pt modelId="{C15E22C0-6407-4C2C-B57E-C39243CB457B}" type="parTrans" cxnId="{0EEA87DD-C2E2-4872-8B5E-699996B9CF79}">
      <dgm:prSet/>
      <dgm:spPr/>
      <dgm:t>
        <a:bodyPr/>
        <a:lstStyle/>
        <a:p>
          <a:endParaRPr lang="en-US"/>
        </a:p>
      </dgm:t>
    </dgm:pt>
    <dgm:pt modelId="{76507B61-5B4A-4697-B3C7-2C6D9DD700BB}" type="sibTrans" cxnId="{0EEA87DD-C2E2-4872-8B5E-699996B9CF79}">
      <dgm:prSet/>
      <dgm:spPr/>
      <dgm:t>
        <a:bodyPr/>
        <a:lstStyle/>
        <a:p>
          <a:endParaRPr lang="en-US"/>
        </a:p>
      </dgm:t>
    </dgm:pt>
    <dgm:pt modelId="{C79AE25A-3724-48BC-A2DD-F0F39EB7B9E7}">
      <dgm:prSet/>
      <dgm:spPr/>
      <dgm:t>
        <a:bodyPr/>
        <a:lstStyle/>
        <a:p>
          <a:r>
            <a:rPr lang="pt-PT" dirty="0"/>
            <a:t>🛡️ </a:t>
          </a:r>
        </a:p>
        <a:p>
          <a:r>
            <a:rPr lang="pt-PT" dirty="0"/>
            <a:t>Próteses de segurança contra acesso não autorizado</a:t>
          </a:r>
          <a:endParaRPr lang="en-US" dirty="0"/>
        </a:p>
      </dgm:t>
    </dgm:pt>
    <dgm:pt modelId="{F2096626-242D-43D4-BB74-26530FDEBA8B}" type="parTrans" cxnId="{2C58BA22-15F2-42E4-9809-838D5D7CC2E9}">
      <dgm:prSet/>
      <dgm:spPr/>
      <dgm:t>
        <a:bodyPr/>
        <a:lstStyle/>
        <a:p>
          <a:endParaRPr lang="en-US"/>
        </a:p>
      </dgm:t>
    </dgm:pt>
    <dgm:pt modelId="{7E47FC4C-A262-4198-84A0-F88C9BD493A8}" type="sibTrans" cxnId="{2C58BA22-15F2-42E4-9809-838D5D7CC2E9}">
      <dgm:prSet/>
      <dgm:spPr/>
      <dgm:t>
        <a:bodyPr/>
        <a:lstStyle/>
        <a:p>
          <a:endParaRPr lang="en-US"/>
        </a:p>
      </dgm:t>
    </dgm:pt>
    <dgm:pt modelId="{D80DD7CA-4081-4C6F-B5CE-2C934042A42D}" type="pres">
      <dgm:prSet presAssocID="{A2685ACF-65F8-44BE-87B8-F00D3466A377}" presName="diagram" presStyleCnt="0">
        <dgm:presLayoutVars>
          <dgm:dir/>
          <dgm:resizeHandles val="exact"/>
        </dgm:presLayoutVars>
      </dgm:prSet>
      <dgm:spPr/>
    </dgm:pt>
    <dgm:pt modelId="{0C852E17-1AC5-4670-AC28-C19984AB3769}" type="pres">
      <dgm:prSet presAssocID="{93C2646E-B6D0-4A11-A639-BAF8DDA0C905}" presName="node" presStyleLbl="node1" presStyleIdx="0" presStyleCnt="5">
        <dgm:presLayoutVars>
          <dgm:bulletEnabled val="1"/>
        </dgm:presLayoutVars>
      </dgm:prSet>
      <dgm:spPr/>
    </dgm:pt>
    <dgm:pt modelId="{ABAFB262-296D-4E87-AEE2-470E63BB018D}" type="pres">
      <dgm:prSet presAssocID="{5DE1B174-0EDF-45CA-B46A-A5BFDFD6F53B}" presName="sibTrans" presStyleCnt="0"/>
      <dgm:spPr/>
    </dgm:pt>
    <dgm:pt modelId="{47508333-B98F-432B-ACCD-AD36FDD931FC}" type="pres">
      <dgm:prSet presAssocID="{10EBCFE4-EDD4-4B0A-A3A6-80D69A4338CA}" presName="node" presStyleLbl="node1" presStyleIdx="1" presStyleCnt="5">
        <dgm:presLayoutVars>
          <dgm:bulletEnabled val="1"/>
        </dgm:presLayoutVars>
      </dgm:prSet>
      <dgm:spPr/>
    </dgm:pt>
    <dgm:pt modelId="{963C9863-68F9-425C-A14C-B554B62EA866}" type="pres">
      <dgm:prSet presAssocID="{A71066A5-3D93-477D-9957-633350B89E36}" presName="sibTrans" presStyleCnt="0"/>
      <dgm:spPr/>
    </dgm:pt>
    <dgm:pt modelId="{35A257DB-BF82-4570-8251-9984119D8A5B}" type="pres">
      <dgm:prSet presAssocID="{4CBB6003-C638-4209-9ECD-C0F7EFC05DD8}" presName="node" presStyleLbl="node1" presStyleIdx="2" presStyleCnt="5">
        <dgm:presLayoutVars>
          <dgm:bulletEnabled val="1"/>
        </dgm:presLayoutVars>
      </dgm:prSet>
      <dgm:spPr/>
    </dgm:pt>
    <dgm:pt modelId="{9A5578C0-4585-4F1A-8C80-A189F4C9431F}" type="pres">
      <dgm:prSet presAssocID="{2C3566BD-B9D9-464D-A767-B3583EDBD1B6}" presName="sibTrans" presStyleCnt="0"/>
      <dgm:spPr/>
    </dgm:pt>
    <dgm:pt modelId="{6C003887-D233-4195-BF30-089093F104B3}" type="pres">
      <dgm:prSet presAssocID="{731A6890-ED16-4244-AED9-0D217F9B1C6A}" presName="node" presStyleLbl="node1" presStyleIdx="3" presStyleCnt="5">
        <dgm:presLayoutVars>
          <dgm:bulletEnabled val="1"/>
        </dgm:presLayoutVars>
      </dgm:prSet>
      <dgm:spPr/>
    </dgm:pt>
    <dgm:pt modelId="{5138FE44-6195-422F-9C7D-86182C3642E6}" type="pres">
      <dgm:prSet presAssocID="{76507B61-5B4A-4697-B3C7-2C6D9DD700BB}" presName="sibTrans" presStyleCnt="0"/>
      <dgm:spPr/>
    </dgm:pt>
    <dgm:pt modelId="{68C9BBB7-BEBA-423B-9B3B-EA6BE2D2EEA8}" type="pres">
      <dgm:prSet presAssocID="{C79AE25A-3724-48BC-A2DD-F0F39EB7B9E7}" presName="node" presStyleLbl="node1" presStyleIdx="4" presStyleCnt="5">
        <dgm:presLayoutVars>
          <dgm:bulletEnabled val="1"/>
        </dgm:presLayoutVars>
      </dgm:prSet>
      <dgm:spPr/>
    </dgm:pt>
  </dgm:ptLst>
  <dgm:cxnLst>
    <dgm:cxn modelId="{2C58BA22-15F2-42E4-9809-838D5D7CC2E9}" srcId="{A2685ACF-65F8-44BE-87B8-F00D3466A377}" destId="{C79AE25A-3724-48BC-A2DD-F0F39EB7B9E7}" srcOrd="4" destOrd="0" parTransId="{F2096626-242D-43D4-BB74-26530FDEBA8B}" sibTransId="{7E47FC4C-A262-4198-84A0-F88C9BD493A8}"/>
    <dgm:cxn modelId="{BDB39936-737D-47F8-B6F9-2E610B034C58}" type="presOf" srcId="{C79AE25A-3724-48BC-A2DD-F0F39EB7B9E7}" destId="{68C9BBB7-BEBA-423B-9B3B-EA6BE2D2EEA8}" srcOrd="0" destOrd="0" presId="urn:microsoft.com/office/officeart/2005/8/layout/default"/>
    <dgm:cxn modelId="{6454AC3C-19F4-4F00-8883-FBA4A23232DA}" srcId="{A2685ACF-65F8-44BE-87B8-F00D3466A377}" destId="{10EBCFE4-EDD4-4B0A-A3A6-80D69A4338CA}" srcOrd="1" destOrd="0" parTransId="{ABE9F4B6-BF75-4B75-B11C-19F36435059A}" sibTransId="{A71066A5-3D93-477D-9957-633350B89E36}"/>
    <dgm:cxn modelId="{2850BE5B-EFA9-455F-AD56-CA821276F539}" srcId="{A2685ACF-65F8-44BE-87B8-F00D3466A377}" destId="{93C2646E-B6D0-4A11-A639-BAF8DDA0C905}" srcOrd="0" destOrd="0" parTransId="{12D34212-EA90-497C-9C9C-E4D3C513C6F2}" sibTransId="{5DE1B174-0EDF-45CA-B46A-A5BFDFD6F53B}"/>
    <dgm:cxn modelId="{9AE6A267-36A0-48DC-B069-E9CB7B75C067}" type="presOf" srcId="{A2685ACF-65F8-44BE-87B8-F00D3466A377}" destId="{D80DD7CA-4081-4C6F-B5CE-2C934042A42D}" srcOrd="0" destOrd="0" presId="urn:microsoft.com/office/officeart/2005/8/layout/default"/>
    <dgm:cxn modelId="{94707973-AD60-475D-A846-C8634295E037}" srcId="{A2685ACF-65F8-44BE-87B8-F00D3466A377}" destId="{4CBB6003-C638-4209-9ECD-C0F7EFC05DD8}" srcOrd="2" destOrd="0" parTransId="{E4F195C2-4154-45D2-B765-E9F756168390}" sibTransId="{2C3566BD-B9D9-464D-A767-B3583EDBD1B6}"/>
    <dgm:cxn modelId="{FC11CF8F-CCB1-401F-BCF0-378A3F46E4D9}" type="presOf" srcId="{731A6890-ED16-4244-AED9-0D217F9B1C6A}" destId="{6C003887-D233-4195-BF30-089093F104B3}" srcOrd="0" destOrd="0" presId="urn:microsoft.com/office/officeart/2005/8/layout/default"/>
    <dgm:cxn modelId="{71504C96-6058-4CDC-96B1-534284F5CD07}" type="presOf" srcId="{10EBCFE4-EDD4-4B0A-A3A6-80D69A4338CA}" destId="{47508333-B98F-432B-ACCD-AD36FDD931FC}" srcOrd="0" destOrd="0" presId="urn:microsoft.com/office/officeart/2005/8/layout/default"/>
    <dgm:cxn modelId="{F6DA09C5-A65C-4E8F-98CE-206BF64B5692}" type="presOf" srcId="{93C2646E-B6D0-4A11-A639-BAF8DDA0C905}" destId="{0C852E17-1AC5-4670-AC28-C19984AB3769}" srcOrd="0" destOrd="0" presId="urn:microsoft.com/office/officeart/2005/8/layout/default"/>
    <dgm:cxn modelId="{0EEA87DD-C2E2-4872-8B5E-699996B9CF79}" srcId="{A2685ACF-65F8-44BE-87B8-F00D3466A377}" destId="{731A6890-ED16-4244-AED9-0D217F9B1C6A}" srcOrd="3" destOrd="0" parTransId="{C15E22C0-6407-4C2C-B57E-C39243CB457B}" sibTransId="{76507B61-5B4A-4697-B3C7-2C6D9DD700BB}"/>
    <dgm:cxn modelId="{FFEB76DF-0AB9-48DE-A47D-AA7F68352FB1}" type="presOf" srcId="{4CBB6003-C638-4209-9ECD-C0F7EFC05DD8}" destId="{35A257DB-BF82-4570-8251-9984119D8A5B}" srcOrd="0" destOrd="0" presId="urn:microsoft.com/office/officeart/2005/8/layout/default"/>
    <dgm:cxn modelId="{ED2A06D5-8EED-4E8D-9A66-F8D3B1F3BBEF}" type="presParOf" srcId="{D80DD7CA-4081-4C6F-B5CE-2C934042A42D}" destId="{0C852E17-1AC5-4670-AC28-C19984AB3769}" srcOrd="0" destOrd="0" presId="urn:microsoft.com/office/officeart/2005/8/layout/default"/>
    <dgm:cxn modelId="{63179959-C061-4208-B942-6ED6A14B8FDC}" type="presParOf" srcId="{D80DD7CA-4081-4C6F-B5CE-2C934042A42D}" destId="{ABAFB262-296D-4E87-AEE2-470E63BB018D}" srcOrd="1" destOrd="0" presId="urn:microsoft.com/office/officeart/2005/8/layout/default"/>
    <dgm:cxn modelId="{85B00E54-64D1-4FE9-BFA8-458E41F11B6D}" type="presParOf" srcId="{D80DD7CA-4081-4C6F-B5CE-2C934042A42D}" destId="{47508333-B98F-432B-ACCD-AD36FDD931FC}" srcOrd="2" destOrd="0" presId="urn:microsoft.com/office/officeart/2005/8/layout/default"/>
    <dgm:cxn modelId="{CD367A93-0765-4ADE-8280-167E54817A06}" type="presParOf" srcId="{D80DD7CA-4081-4C6F-B5CE-2C934042A42D}" destId="{963C9863-68F9-425C-A14C-B554B62EA866}" srcOrd="3" destOrd="0" presId="urn:microsoft.com/office/officeart/2005/8/layout/default"/>
    <dgm:cxn modelId="{48650369-348A-403B-A3EF-DBBC138272CC}" type="presParOf" srcId="{D80DD7CA-4081-4C6F-B5CE-2C934042A42D}" destId="{35A257DB-BF82-4570-8251-9984119D8A5B}" srcOrd="4" destOrd="0" presId="urn:microsoft.com/office/officeart/2005/8/layout/default"/>
    <dgm:cxn modelId="{04419819-2248-480F-89D6-29D82736BF8C}" type="presParOf" srcId="{D80DD7CA-4081-4C6F-B5CE-2C934042A42D}" destId="{9A5578C0-4585-4F1A-8C80-A189F4C9431F}" srcOrd="5" destOrd="0" presId="urn:microsoft.com/office/officeart/2005/8/layout/default"/>
    <dgm:cxn modelId="{752EF561-E5D4-472C-A55E-E17D19F9592F}" type="presParOf" srcId="{D80DD7CA-4081-4C6F-B5CE-2C934042A42D}" destId="{6C003887-D233-4195-BF30-089093F104B3}" srcOrd="6" destOrd="0" presId="urn:microsoft.com/office/officeart/2005/8/layout/default"/>
    <dgm:cxn modelId="{04556611-72C4-490E-929C-6ACA832D7B67}" type="presParOf" srcId="{D80DD7CA-4081-4C6F-B5CE-2C934042A42D}" destId="{5138FE44-6195-422F-9C7D-86182C3642E6}" srcOrd="7" destOrd="0" presId="urn:microsoft.com/office/officeart/2005/8/layout/default"/>
    <dgm:cxn modelId="{620FB7BB-98EC-4355-9E4C-38CFC8B3AF8D}" type="presParOf" srcId="{D80DD7CA-4081-4C6F-B5CE-2C934042A42D}" destId="{68C9BBB7-BEBA-423B-9B3B-EA6BE2D2EEA8}" srcOrd="8" destOrd="0" presId="urn:microsoft.com/office/officeart/2005/8/layout/defaul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BA1B2795-EBD9-4967-965D-A97C2CF7EEDE}" type="doc">
      <dgm:prSet loTypeId="urn:microsoft.com/office/officeart/2005/8/layout/vList5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03D16A80-6DA5-4511-82FE-EC9FDBC384FE}">
      <dgm:prSet/>
      <dgm:spPr/>
      <dgm:t>
        <a:bodyPr/>
        <a:lstStyle/>
        <a:p>
          <a:r>
            <a:rPr lang="en-US"/>
            <a:t>Software:</a:t>
          </a:r>
        </a:p>
      </dgm:t>
    </dgm:pt>
    <dgm:pt modelId="{5D54E121-8123-4550-B8E5-AC52535FD342}" type="parTrans" cxnId="{A07473B4-7A7C-40E3-8678-D267CED69D7B}">
      <dgm:prSet/>
      <dgm:spPr/>
      <dgm:t>
        <a:bodyPr/>
        <a:lstStyle/>
        <a:p>
          <a:endParaRPr lang="en-US"/>
        </a:p>
      </dgm:t>
    </dgm:pt>
    <dgm:pt modelId="{B5CB5760-36E0-4BC9-B9E3-2A52D953000F}" type="sibTrans" cxnId="{A07473B4-7A7C-40E3-8678-D267CED69D7B}">
      <dgm:prSet/>
      <dgm:spPr/>
      <dgm:t>
        <a:bodyPr/>
        <a:lstStyle/>
        <a:p>
          <a:endParaRPr lang="en-US"/>
        </a:p>
      </dgm:t>
    </dgm:pt>
    <dgm:pt modelId="{B37CB80F-A846-41DD-AF65-2D5FFFE62216}">
      <dgm:prSet/>
      <dgm:spPr/>
      <dgm:t>
        <a:bodyPr/>
        <a:lstStyle/>
        <a:p>
          <a:r>
            <a:rPr lang="en-US" dirty="0"/>
            <a:t>Python 3.10+ (</a:t>
          </a:r>
          <a:r>
            <a:rPr lang="en-US" dirty="0" err="1"/>
            <a:t>recomendado</a:t>
          </a:r>
          <a:r>
            <a:rPr lang="en-US" dirty="0"/>
            <a:t>)</a:t>
          </a:r>
        </a:p>
      </dgm:t>
    </dgm:pt>
    <dgm:pt modelId="{3713C569-63C9-4E53-9C67-1E3932C49AC8}" type="parTrans" cxnId="{1AF6C5BE-B51B-4CA1-AFCC-368A0C7EDB2D}">
      <dgm:prSet/>
      <dgm:spPr/>
      <dgm:t>
        <a:bodyPr/>
        <a:lstStyle/>
        <a:p>
          <a:endParaRPr lang="en-US"/>
        </a:p>
      </dgm:t>
    </dgm:pt>
    <dgm:pt modelId="{8B8482B9-A186-4390-8B3B-99FC7DCCA114}" type="sibTrans" cxnId="{1AF6C5BE-B51B-4CA1-AFCC-368A0C7EDB2D}">
      <dgm:prSet/>
      <dgm:spPr/>
      <dgm:t>
        <a:bodyPr/>
        <a:lstStyle/>
        <a:p>
          <a:endParaRPr lang="en-US"/>
        </a:p>
      </dgm:t>
    </dgm:pt>
    <dgm:pt modelId="{1A7AAB78-A804-4933-AE98-8FE329F91984}">
      <dgm:prSet/>
      <dgm:spPr/>
      <dgm:t>
        <a:bodyPr/>
        <a:lstStyle/>
        <a:p>
          <a:r>
            <a:rPr lang="en-US"/>
            <a:t>pip (gestor de pacotes)</a:t>
          </a:r>
        </a:p>
      </dgm:t>
    </dgm:pt>
    <dgm:pt modelId="{31C27E38-272A-4359-9408-DFC59DBD6EF1}" type="parTrans" cxnId="{E04E0231-DB62-4D13-A160-FBD0832C5D90}">
      <dgm:prSet/>
      <dgm:spPr/>
      <dgm:t>
        <a:bodyPr/>
        <a:lstStyle/>
        <a:p>
          <a:endParaRPr lang="en-US"/>
        </a:p>
      </dgm:t>
    </dgm:pt>
    <dgm:pt modelId="{4FC1ED80-F9F3-477D-B93B-B2935F86C2BE}" type="sibTrans" cxnId="{E04E0231-DB62-4D13-A160-FBD0832C5D90}">
      <dgm:prSet/>
      <dgm:spPr/>
      <dgm:t>
        <a:bodyPr/>
        <a:lstStyle/>
        <a:p>
          <a:endParaRPr lang="en-US"/>
        </a:p>
      </dgm:t>
    </dgm:pt>
    <dgm:pt modelId="{624BFAC0-1187-4434-B3B8-06A88164DF4F}">
      <dgm:prSet/>
      <dgm:spPr/>
      <dgm:t>
        <a:bodyPr/>
        <a:lstStyle/>
        <a:p>
          <a:r>
            <a:rPr lang="en-US"/>
            <a:t>Linux (Kali Linux recomendado)</a:t>
          </a:r>
        </a:p>
      </dgm:t>
    </dgm:pt>
    <dgm:pt modelId="{4EC897D8-B05C-413B-80EE-C659969DCE6E}" type="parTrans" cxnId="{A835B69B-9EAA-4845-8CD8-29EB111D85B7}">
      <dgm:prSet/>
      <dgm:spPr/>
      <dgm:t>
        <a:bodyPr/>
        <a:lstStyle/>
        <a:p>
          <a:endParaRPr lang="en-US"/>
        </a:p>
      </dgm:t>
    </dgm:pt>
    <dgm:pt modelId="{06B0A17A-408E-4655-A723-5EDF96177534}" type="sibTrans" cxnId="{A835B69B-9EAA-4845-8CD8-29EB111D85B7}">
      <dgm:prSet/>
      <dgm:spPr/>
      <dgm:t>
        <a:bodyPr/>
        <a:lstStyle/>
        <a:p>
          <a:endParaRPr lang="en-US"/>
        </a:p>
      </dgm:t>
    </dgm:pt>
    <dgm:pt modelId="{BD3108D7-6AC3-4444-8981-6010115B4070}">
      <dgm:prSet/>
      <dgm:spPr/>
      <dgm:t>
        <a:bodyPr/>
        <a:lstStyle/>
        <a:p>
          <a:r>
            <a:rPr lang="pt-PT"/>
            <a:t>Dependências Python:</a:t>
          </a:r>
          <a:endParaRPr lang="en-US"/>
        </a:p>
      </dgm:t>
    </dgm:pt>
    <dgm:pt modelId="{515E0AEC-37FA-4E0E-AFFC-BAB7E77366E6}" type="parTrans" cxnId="{9D77272E-D27E-4773-8DAF-26EAD1EE52EB}">
      <dgm:prSet/>
      <dgm:spPr/>
      <dgm:t>
        <a:bodyPr/>
        <a:lstStyle/>
        <a:p>
          <a:endParaRPr lang="en-US"/>
        </a:p>
      </dgm:t>
    </dgm:pt>
    <dgm:pt modelId="{B387211B-C343-4102-9FED-D8262C4DDB19}" type="sibTrans" cxnId="{9D77272E-D27E-4773-8DAF-26EAD1EE52EB}">
      <dgm:prSet/>
      <dgm:spPr/>
      <dgm:t>
        <a:bodyPr/>
        <a:lstStyle/>
        <a:p>
          <a:endParaRPr lang="en-US"/>
        </a:p>
      </dgm:t>
    </dgm:pt>
    <dgm:pt modelId="{79697178-FCA7-48EC-BCCF-58506E0AE87D}">
      <dgm:prSet/>
      <dgm:spPr/>
      <dgm:t>
        <a:bodyPr/>
        <a:lstStyle/>
        <a:p>
          <a:r>
            <a:rPr lang="pt-PT"/>
            <a:t>geoip2 &gt;= 4.5.0</a:t>
          </a:r>
          <a:endParaRPr lang="en-US"/>
        </a:p>
      </dgm:t>
    </dgm:pt>
    <dgm:pt modelId="{E0D9970B-F1AE-4F66-B1FD-2F23C3F03C29}" type="parTrans" cxnId="{42B7A824-867B-4679-AD6A-4125F10D0FEC}">
      <dgm:prSet/>
      <dgm:spPr/>
      <dgm:t>
        <a:bodyPr/>
        <a:lstStyle/>
        <a:p>
          <a:endParaRPr lang="en-US"/>
        </a:p>
      </dgm:t>
    </dgm:pt>
    <dgm:pt modelId="{72D2607C-248E-4692-A4BB-E030A7632A9E}" type="sibTrans" cxnId="{42B7A824-867B-4679-AD6A-4125F10D0FEC}">
      <dgm:prSet/>
      <dgm:spPr/>
      <dgm:t>
        <a:bodyPr/>
        <a:lstStyle/>
        <a:p>
          <a:endParaRPr lang="en-US"/>
        </a:p>
      </dgm:t>
    </dgm:pt>
    <dgm:pt modelId="{A2F04817-F9CF-43D2-98D0-4DEEE507C523}">
      <dgm:prSet/>
      <dgm:spPr/>
      <dgm:t>
        <a:bodyPr/>
        <a:lstStyle/>
        <a:p>
          <a:r>
            <a:rPr lang="pt-PT"/>
            <a:t>cryptography &gt;= 3.4</a:t>
          </a:r>
          <a:endParaRPr lang="en-US"/>
        </a:p>
      </dgm:t>
    </dgm:pt>
    <dgm:pt modelId="{03F819E7-A252-4958-95FB-C351AEE60A78}" type="parTrans" cxnId="{04EC178A-76DB-4B4C-8174-BC5F49B16E69}">
      <dgm:prSet/>
      <dgm:spPr/>
      <dgm:t>
        <a:bodyPr/>
        <a:lstStyle/>
        <a:p>
          <a:endParaRPr lang="en-US"/>
        </a:p>
      </dgm:t>
    </dgm:pt>
    <dgm:pt modelId="{4454EA3F-107A-4F53-AC2E-B48A8D7C9FEF}" type="sibTrans" cxnId="{04EC178A-76DB-4B4C-8174-BC5F49B16E69}">
      <dgm:prSet/>
      <dgm:spPr/>
      <dgm:t>
        <a:bodyPr/>
        <a:lstStyle/>
        <a:p>
          <a:endParaRPr lang="en-US"/>
        </a:p>
      </dgm:t>
    </dgm:pt>
    <dgm:pt modelId="{28E7433C-37E6-4387-8F14-110093854127}">
      <dgm:prSet/>
      <dgm:spPr/>
      <dgm:t>
        <a:bodyPr/>
        <a:lstStyle/>
        <a:p>
          <a:r>
            <a:rPr lang="pt-PT"/>
            <a:t>pyotp &gt;= 2.8.0</a:t>
          </a:r>
          <a:endParaRPr lang="en-US"/>
        </a:p>
      </dgm:t>
    </dgm:pt>
    <dgm:pt modelId="{E30985DA-ED11-4E23-83BC-4664CF7FD64D}" type="parTrans" cxnId="{EF8655F8-E84F-40CC-800B-AC22BE51CBB5}">
      <dgm:prSet/>
      <dgm:spPr/>
      <dgm:t>
        <a:bodyPr/>
        <a:lstStyle/>
        <a:p>
          <a:endParaRPr lang="en-US"/>
        </a:p>
      </dgm:t>
    </dgm:pt>
    <dgm:pt modelId="{27782D88-F5E4-46F1-9034-31478BD420E8}" type="sibTrans" cxnId="{EF8655F8-E84F-40CC-800B-AC22BE51CBB5}">
      <dgm:prSet/>
      <dgm:spPr/>
      <dgm:t>
        <a:bodyPr/>
        <a:lstStyle/>
        <a:p>
          <a:endParaRPr lang="en-US"/>
        </a:p>
      </dgm:t>
    </dgm:pt>
    <dgm:pt modelId="{7B17A01F-D334-4776-9175-54B1DF6FC252}">
      <dgm:prSet/>
      <dgm:spPr/>
      <dgm:t>
        <a:bodyPr/>
        <a:lstStyle/>
        <a:p>
          <a:r>
            <a:rPr lang="pt-PT"/>
            <a:t>scapy &gt;= 2.4.5</a:t>
          </a:r>
          <a:endParaRPr lang="en-US"/>
        </a:p>
      </dgm:t>
    </dgm:pt>
    <dgm:pt modelId="{3559EB3C-1AC5-4BF7-90AB-6E853E241701}" type="parTrans" cxnId="{39C93F57-8F79-49DB-A3C3-66BADA1D5A9B}">
      <dgm:prSet/>
      <dgm:spPr/>
      <dgm:t>
        <a:bodyPr/>
        <a:lstStyle/>
        <a:p>
          <a:endParaRPr lang="en-US"/>
        </a:p>
      </dgm:t>
    </dgm:pt>
    <dgm:pt modelId="{23E2B9CA-1926-4259-94F5-3B73A15252B4}" type="sibTrans" cxnId="{39C93F57-8F79-49DB-A3C3-66BADA1D5A9B}">
      <dgm:prSet/>
      <dgm:spPr/>
      <dgm:t>
        <a:bodyPr/>
        <a:lstStyle/>
        <a:p>
          <a:endParaRPr lang="en-US"/>
        </a:p>
      </dgm:t>
    </dgm:pt>
    <dgm:pt modelId="{27AB178B-5B91-4C8D-8DDB-2C80A6CC93ED}" type="pres">
      <dgm:prSet presAssocID="{BA1B2795-EBD9-4967-965D-A97C2CF7EEDE}" presName="Name0" presStyleCnt="0">
        <dgm:presLayoutVars>
          <dgm:dir/>
          <dgm:animLvl val="lvl"/>
          <dgm:resizeHandles val="exact"/>
        </dgm:presLayoutVars>
      </dgm:prSet>
      <dgm:spPr/>
    </dgm:pt>
    <dgm:pt modelId="{685DE795-7843-45CB-9076-496830068C9D}" type="pres">
      <dgm:prSet presAssocID="{03D16A80-6DA5-4511-82FE-EC9FDBC384FE}" presName="linNode" presStyleCnt="0"/>
      <dgm:spPr/>
    </dgm:pt>
    <dgm:pt modelId="{CA3C38E2-46C7-4924-80FB-583C37FF1192}" type="pres">
      <dgm:prSet presAssocID="{03D16A80-6DA5-4511-82FE-EC9FDBC384FE}" presName="parentText" presStyleLbl="node1" presStyleIdx="0" presStyleCnt="2">
        <dgm:presLayoutVars>
          <dgm:chMax val="1"/>
          <dgm:bulletEnabled val="1"/>
        </dgm:presLayoutVars>
      </dgm:prSet>
      <dgm:spPr/>
    </dgm:pt>
    <dgm:pt modelId="{6446B3FD-4B92-48D6-A555-B79F922BCF47}" type="pres">
      <dgm:prSet presAssocID="{03D16A80-6DA5-4511-82FE-EC9FDBC384FE}" presName="descendantText" presStyleLbl="alignAccFollowNode1" presStyleIdx="0" presStyleCnt="2">
        <dgm:presLayoutVars>
          <dgm:bulletEnabled val="1"/>
        </dgm:presLayoutVars>
      </dgm:prSet>
      <dgm:spPr/>
    </dgm:pt>
    <dgm:pt modelId="{E7725202-C4CB-4F92-B516-2E6CE168A59C}" type="pres">
      <dgm:prSet presAssocID="{B5CB5760-36E0-4BC9-B9E3-2A52D953000F}" presName="sp" presStyleCnt="0"/>
      <dgm:spPr/>
    </dgm:pt>
    <dgm:pt modelId="{79E4085F-6A8C-4795-B57E-2EA18FBF550C}" type="pres">
      <dgm:prSet presAssocID="{BD3108D7-6AC3-4444-8981-6010115B4070}" presName="linNode" presStyleCnt="0"/>
      <dgm:spPr/>
    </dgm:pt>
    <dgm:pt modelId="{8977370C-A049-4D0D-B4B8-36CE3BC12D0E}" type="pres">
      <dgm:prSet presAssocID="{BD3108D7-6AC3-4444-8981-6010115B4070}" presName="parentText" presStyleLbl="node1" presStyleIdx="1" presStyleCnt="2">
        <dgm:presLayoutVars>
          <dgm:chMax val="1"/>
          <dgm:bulletEnabled val="1"/>
        </dgm:presLayoutVars>
      </dgm:prSet>
      <dgm:spPr/>
    </dgm:pt>
    <dgm:pt modelId="{788B0273-D47C-4C89-AA9F-0E731E6B2D67}" type="pres">
      <dgm:prSet presAssocID="{BD3108D7-6AC3-4444-8981-6010115B4070}" presName="descendantText" presStyleLbl="alignAccFollowNode1" presStyleIdx="1" presStyleCnt="2">
        <dgm:presLayoutVars>
          <dgm:bulletEnabled val="1"/>
        </dgm:presLayoutVars>
      </dgm:prSet>
      <dgm:spPr/>
    </dgm:pt>
  </dgm:ptLst>
  <dgm:cxnLst>
    <dgm:cxn modelId="{9B0DC502-33F3-4A10-9787-2726F940F70C}" type="presOf" srcId="{A2F04817-F9CF-43D2-98D0-4DEEE507C523}" destId="{788B0273-D47C-4C89-AA9F-0E731E6B2D67}" srcOrd="0" destOrd="1" presId="urn:microsoft.com/office/officeart/2005/8/layout/vList5"/>
    <dgm:cxn modelId="{42B7A824-867B-4679-AD6A-4125F10D0FEC}" srcId="{BD3108D7-6AC3-4444-8981-6010115B4070}" destId="{79697178-FCA7-48EC-BCCF-58506E0AE87D}" srcOrd="0" destOrd="0" parTransId="{E0D9970B-F1AE-4F66-B1FD-2F23C3F03C29}" sibTransId="{72D2607C-248E-4692-A4BB-E030A7632A9E}"/>
    <dgm:cxn modelId="{9D77272E-D27E-4773-8DAF-26EAD1EE52EB}" srcId="{BA1B2795-EBD9-4967-965D-A97C2CF7EEDE}" destId="{BD3108D7-6AC3-4444-8981-6010115B4070}" srcOrd="1" destOrd="0" parTransId="{515E0AEC-37FA-4E0E-AFFC-BAB7E77366E6}" sibTransId="{B387211B-C343-4102-9FED-D8262C4DDB19}"/>
    <dgm:cxn modelId="{E04E0231-DB62-4D13-A160-FBD0832C5D90}" srcId="{03D16A80-6DA5-4511-82FE-EC9FDBC384FE}" destId="{1A7AAB78-A804-4933-AE98-8FE329F91984}" srcOrd="1" destOrd="0" parTransId="{31C27E38-272A-4359-9408-DFC59DBD6EF1}" sibTransId="{4FC1ED80-F9F3-477D-B93B-B2935F86C2BE}"/>
    <dgm:cxn modelId="{A58A0346-A768-43AE-9DDF-800AF32A9A7F}" type="presOf" srcId="{7B17A01F-D334-4776-9175-54B1DF6FC252}" destId="{788B0273-D47C-4C89-AA9F-0E731E6B2D67}" srcOrd="0" destOrd="3" presId="urn:microsoft.com/office/officeart/2005/8/layout/vList5"/>
    <dgm:cxn modelId="{39C93F57-8F79-49DB-A3C3-66BADA1D5A9B}" srcId="{BD3108D7-6AC3-4444-8981-6010115B4070}" destId="{7B17A01F-D334-4776-9175-54B1DF6FC252}" srcOrd="3" destOrd="0" parTransId="{3559EB3C-1AC5-4BF7-90AB-6E853E241701}" sibTransId="{23E2B9CA-1926-4259-94F5-3B73A15252B4}"/>
    <dgm:cxn modelId="{C768D97C-F0EF-4B81-BC36-1EFB809F49E5}" type="presOf" srcId="{BA1B2795-EBD9-4967-965D-A97C2CF7EEDE}" destId="{27AB178B-5B91-4C8D-8DDB-2C80A6CC93ED}" srcOrd="0" destOrd="0" presId="urn:microsoft.com/office/officeart/2005/8/layout/vList5"/>
    <dgm:cxn modelId="{04EC178A-76DB-4B4C-8174-BC5F49B16E69}" srcId="{BD3108D7-6AC3-4444-8981-6010115B4070}" destId="{A2F04817-F9CF-43D2-98D0-4DEEE507C523}" srcOrd="1" destOrd="0" parTransId="{03F819E7-A252-4958-95FB-C351AEE60A78}" sibTransId="{4454EA3F-107A-4F53-AC2E-B48A8D7C9FEF}"/>
    <dgm:cxn modelId="{EED60A8C-A942-4B3F-8F2A-A4356BD03C70}" type="presOf" srcId="{28E7433C-37E6-4387-8F14-110093854127}" destId="{788B0273-D47C-4C89-AA9F-0E731E6B2D67}" srcOrd="0" destOrd="2" presId="urn:microsoft.com/office/officeart/2005/8/layout/vList5"/>
    <dgm:cxn modelId="{F0A8559B-DD1A-4704-BEAC-5FCD0F2D5235}" type="presOf" srcId="{03D16A80-6DA5-4511-82FE-EC9FDBC384FE}" destId="{CA3C38E2-46C7-4924-80FB-583C37FF1192}" srcOrd="0" destOrd="0" presId="urn:microsoft.com/office/officeart/2005/8/layout/vList5"/>
    <dgm:cxn modelId="{A835B69B-9EAA-4845-8CD8-29EB111D85B7}" srcId="{03D16A80-6DA5-4511-82FE-EC9FDBC384FE}" destId="{624BFAC0-1187-4434-B3B8-06A88164DF4F}" srcOrd="2" destOrd="0" parTransId="{4EC897D8-B05C-413B-80EE-C659969DCE6E}" sibTransId="{06B0A17A-408E-4655-A723-5EDF96177534}"/>
    <dgm:cxn modelId="{A07473B4-7A7C-40E3-8678-D267CED69D7B}" srcId="{BA1B2795-EBD9-4967-965D-A97C2CF7EEDE}" destId="{03D16A80-6DA5-4511-82FE-EC9FDBC384FE}" srcOrd="0" destOrd="0" parTransId="{5D54E121-8123-4550-B8E5-AC52535FD342}" sibTransId="{B5CB5760-36E0-4BC9-B9E3-2A52D953000F}"/>
    <dgm:cxn modelId="{AF5535B5-FB23-4976-BECE-477E73D2A0B6}" type="presOf" srcId="{1A7AAB78-A804-4933-AE98-8FE329F91984}" destId="{6446B3FD-4B92-48D6-A555-B79F922BCF47}" srcOrd="0" destOrd="1" presId="urn:microsoft.com/office/officeart/2005/8/layout/vList5"/>
    <dgm:cxn modelId="{309647B5-C8EA-40EC-A9CF-F6B42292E015}" type="presOf" srcId="{624BFAC0-1187-4434-B3B8-06A88164DF4F}" destId="{6446B3FD-4B92-48D6-A555-B79F922BCF47}" srcOrd="0" destOrd="2" presId="urn:microsoft.com/office/officeart/2005/8/layout/vList5"/>
    <dgm:cxn modelId="{CB4C0FBD-3145-494A-9A12-7B6A8E953144}" type="presOf" srcId="{79697178-FCA7-48EC-BCCF-58506E0AE87D}" destId="{788B0273-D47C-4C89-AA9F-0E731E6B2D67}" srcOrd="0" destOrd="0" presId="urn:microsoft.com/office/officeart/2005/8/layout/vList5"/>
    <dgm:cxn modelId="{1AF6C5BE-B51B-4CA1-AFCC-368A0C7EDB2D}" srcId="{03D16A80-6DA5-4511-82FE-EC9FDBC384FE}" destId="{B37CB80F-A846-41DD-AF65-2D5FFFE62216}" srcOrd="0" destOrd="0" parTransId="{3713C569-63C9-4E53-9C67-1E3932C49AC8}" sibTransId="{8B8482B9-A186-4390-8B3B-99FC7DCCA114}"/>
    <dgm:cxn modelId="{754EDFEE-006A-4E15-8E84-955C017E6BD4}" type="presOf" srcId="{B37CB80F-A846-41DD-AF65-2D5FFFE62216}" destId="{6446B3FD-4B92-48D6-A555-B79F922BCF47}" srcOrd="0" destOrd="0" presId="urn:microsoft.com/office/officeart/2005/8/layout/vList5"/>
    <dgm:cxn modelId="{EF8655F8-E84F-40CC-800B-AC22BE51CBB5}" srcId="{BD3108D7-6AC3-4444-8981-6010115B4070}" destId="{28E7433C-37E6-4387-8F14-110093854127}" srcOrd="2" destOrd="0" parTransId="{E30985DA-ED11-4E23-83BC-4664CF7FD64D}" sibTransId="{27782D88-F5E4-46F1-9034-31478BD420E8}"/>
    <dgm:cxn modelId="{F88435FE-BE5A-460F-B211-18331E91A94F}" type="presOf" srcId="{BD3108D7-6AC3-4444-8981-6010115B4070}" destId="{8977370C-A049-4D0D-B4B8-36CE3BC12D0E}" srcOrd="0" destOrd="0" presId="urn:microsoft.com/office/officeart/2005/8/layout/vList5"/>
    <dgm:cxn modelId="{8A06FA5C-C692-46A1-AF76-5C5D04B1D9A5}" type="presParOf" srcId="{27AB178B-5B91-4C8D-8DDB-2C80A6CC93ED}" destId="{685DE795-7843-45CB-9076-496830068C9D}" srcOrd="0" destOrd="0" presId="urn:microsoft.com/office/officeart/2005/8/layout/vList5"/>
    <dgm:cxn modelId="{955FD451-B8DF-419B-A5A1-01777FEAA16B}" type="presParOf" srcId="{685DE795-7843-45CB-9076-496830068C9D}" destId="{CA3C38E2-46C7-4924-80FB-583C37FF1192}" srcOrd="0" destOrd="0" presId="urn:microsoft.com/office/officeart/2005/8/layout/vList5"/>
    <dgm:cxn modelId="{8DE81A6B-66BC-4BD3-A054-0605F02E377B}" type="presParOf" srcId="{685DE795-7843-45CB-9076-496830068C9D}" destId="{6446B3FD-4B92-48D6-A555-B79F922BCF47}" srcOrd="1" destOrd="0" presId="urn:microsoft.com/office/officeart/2005/8/layout/vList5"/>
    <dgm:cxn modelId="{BD05EED9-CA5F-458D-B9C5-4D40249AAA83}" type="presParOf" srcId="{27AB178B-5B91-4C8D-8DDB-2C80A6CC93ED}" destId="{E7725202-C4CB-4F92-B516-2E6CE168A59C}" srcOrd="1" destOrd="0" presId="urn:microsoft.com/office/officeart/2005/8/layout/vList5"/>
    <dgm:cxn modelId="{D53AC70E-2011-4329-9240-01ED70CCBAAB}" type="presParOf" srcId="{27AB178B-5B91-4C8D-8DDB-2C80A6CC93ED}" destId="{79E4085F-6A8C-4795-B57E-2EA18FBF550C}" srcOrd="2" destOrd="0" presId="urn:microsoft.com/office/officeart/2005/8/layout/vList5"/>
    <dgm:cxn modelId="{A0E4AE0D-ADED-4E36-9EA9-C3AD762F79BF}" type="presParOf" srcId="{79E4085F-6A8C-4795-B57E-2EA18FBF550C}" destId="{8977370C-A049-4D0D-B4B8-36CE3BC12D0E}" srcOrd="0" destOrd="0" presId="urn:microsoft.com/office/officeart/2005/8/layout/vList5"/>
    <dgm:cxn modelId="{21848CCB-09D3-4F4D-BE90-04D701B92594}" type="presParOf" srcId="{79E4085F-6A8C-4795-B57E-2EA18FBF550C}" destId="{788B0273-D47C-4C89-AA9F-0E731E6B2D67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C467153F-92E7-4C17-9752-4D931FD4979E}" type="doc">
      <dgm:prSet loTypeId="urn:microsoft.com/office/officeart/2005/8/layout/hierarchy1" loCatId="hierarchy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0E4E3B8B-925C-4137-AEA0-AFFB69CA4511}">
      <dgm:prSet/>
      <dgm:spPr/>
      <dgm:t>
        <a:bodyPr/>
        <a:lstStyle/>
        <a:p>
          <a:r>
            <a:rPr lang="en-US" dirty="0"/>
            <a:t>⚠️ </a:t>
          </a:r>
        </a:p>
        <a:p>
          <a:r>
            <a:rPr lang="en-US" dirty="0"/>
            <a:t>As ferramentas </a:t>
          </a:r>
          <a:r>
            <a:rPr lang="en-US" dirty="0" err="1"/>
            <a:t>incluem</a:t>
          </a:r>
          <a:r>
            <a:rPr lang="en-US" dirty="0"/>
            <a:t> testes de rede </a:t>
          </a:r>
          <a:r>
            <a:rPr lang="en-US" dirty="0" err="1"/>
            <a:t>ativos</a:t>
          </a:r>
          <a:r>
            <a:rPr lang="en-US" dirty="0"/>
            <a:t> e </a:t>
          </a:r>
          <a:r>
            <a:rPr lang="en-US" dirty="0" err="1"/>
            <a:t>simulações</a:t>
          </a:r>
          <a:r>
            <a:rPr lang="en-US" dirty="0"/>
            <a:t> de </a:t>
          </a:r>
          <a:r>
            <a:rPr lang="en-US" dirty="0" err="1"/>
            <a:t>ataque</a:t>
          </a:r>
          <a:endParaRPr lang="en-US" dirty="0"/>
        </a:p>
      </dgm:t>
    </dgm:pt>
    <dgm:pt modelId="{E1CBAB2B-016D-452D-A9A4-88C90C8360B5}" type="parTrans" cxnId="{D37F1C0C-7F76-4B80-B9DE-9365F299666F}">
      <dgm:prSet/>
      <dgm:spPr/>
      <dgm:t>
        <a:bodyPr/>
        <a:lstStyle/>
        <a:p>
          <a:endParaRPr lang="en-US"/>
        </a:p>
      </dgm:t>
    </dgm:pt>
    <dgm:pt modelId="{A779C366-67A8-469E-9C57-4181EE738BBE}" type="sibTrans" cxnId="{D37F1C0C-7F76-4B80-B9DE-9365F299666F}">
      <dgm:prSet/>
      <dgm:spPr/>
      <dgm:t>
        <a:bodyPr/>
        <a:lstStyle/>
        <a:p>
          <a:endParaRPr lang="en-US"/>
        </a:p>
      </dgm:t>
    </dgm:pt>
    <dgm:pt modelId="{E75C3F55-BCA0-43C7-B09C-887B6FDDF5DD}">
      <dgm:prSet/>
      <dgm:spPr/>
      <dgm:t>
        <a:bodyPr/>
        <a:lstStyle/>
        <a:p>
          <a:r>
            <a:rPr lang="en-US" dirty="0"/>
            <a:t>⚠️ </a:t>
          </a:r>
        </a:p>
        <a:p>
          <a:r>
            <a:rPr lang="en-US" dirty="0"/>
            <a:t>Uso NÃO AUTORIZADO é ILEGAL e ANTI-ÉTICO</a:t>
          </a:r>
        </a:p>
      </dgm:t>
    </dgm:pt>
    <dgm:pt modelId="{1F8BCF49-37D4-4508-A870-2E268051D305}" type="parTrans" cxnId="{72EC181B-65CC-465B-BE1F-6052DF293B1B}">
      <dgm:prSet/>
      <dgm:spPr/>
      <dgm:t>
        <a:bodyPr/>
        <a:lstStyle/>
        <a:p>
          <a:endParaRPr lang="en-US"/>
        </a:p>
      </dgm:t>
    </dgm:pt>
    <dgm:pt modelId="{6EAEAC5C-8085-43EA-B44E-499EF17B6EAF}" type="sibTrans" cxnId="{72EC181B-65CC-465B-BE1F-6052DF293B1B}">
      <dgm:prSet/>
      <dgm:spPr/>
      <dgm:t>
        <a:bodyPr/>
        <a:lstStyle/>
        <a:p>
          <a:endParaRPr lang="en-US"/>
        </a:p>
      </dgm:t>
    </dgm:pt>
    <dgm:pt modelId="{A413DBB7-F8BF-4229-BD5E-99876894BD2B}">
      <dgm:prSet/>
      <dgm:spPr/>
      <dgm:t>
        <a:bodyPr/>
        <a:lstStyle/>
        <a:p>
          <a:r>
            <a:rPr lang="en-US" dirty="0"/>
            <a:t>✅</a:t>
          </a:r>
        </a:p>
        <a:p>
          <a:r>
            <a:rPr lang="en-US" dirty="0"/>
            <a:t> Use </a:t>
          </a:r>
          <a:r>
            <a:rPr lang="en-US" dirty="0" err="1"/>
            <a:t>apenas</a:t>
          </a:r>
          <a:r>
            <a:rPr lang="en-US" dirty="0"/>
            <a:t> </a:t>
          </a:r>
          <a:r>
            <a:rPr lang="en-US" dirty="0" err="1"/>
            <a:t>em</a:t>
          </a:r>
          <a:r>
            <a:rPr lang="en-US" dirty="0"/>
            <a:t>:</a:t>
          </a:r>
        </a:p>
      </dgm:t>
    </dgm:pt>
    <dgm:pt modelId="{64FD9F0C-FEA6-41B9-A7B8-8ACC000190BB}" type="parTrans" cxnId="{F9224DFF-E9A1-46F1-8078-B6BFC318077F}">
      <dgm:prSet/>
      <dgm:spPr/>
      <dgm:t>
        <a:bodyPr/>
        <a:lstStyle/>
        <a:p>
          <a:endParaRPr lang="en-US"/>
        </a:p>
      </dgm:t>
    </dgm:pt>
    <dgm:pt modelId="{A9661ACB-0C4E-4A3C-9EC7-CF0462AF68B5}" type="sibTrans" cxnId="{F9224DFF-E9A1-46F1-8078-B6BFC318077F}">
      <dgm:prSet/>
      <dgm:spPr/>
      <dgm:t>
        <a:bodyPr/>
        <a:lstStyle/>
        <a:p>
          <a:endParaRPr lang="en-US"/>
        </a:p>
      </dgm:t>
    </dgm:pt>
    <dgm:pt modelId="{B16C3B4A-DDD6-403A-B903-3E93E586965C}">
      <dgm:prSet/>
      <dgm:spPr/>
      <dgm:t>
        <a:bodyPr/>
        <a:lstStyle/>
        <a:p>
          <a:r>
            <a:rPr lang="en-US"/>
            <a:t>Ambientes isolados (máquinas virtuais, redes de teste)</a:t>
          </a:r>
        </a:p>
      </dgm:t>
    </dgm:pt>
    <dgm:pt modelId="{80578236-6FAD-4442-8225-7835374F420B}" type="parTrans" cxnId="{327815D0-DF1F-49D4-B5A4-AB9D9FE5F9FF}">
      <dgm:prSet/>
      <dgm:spPr/>
      <dgm:t>
        <a:bodyPr/>
        <a:lstStyle/>
        <a:p>
          <a:endParaRPr lang="en-US"/>
        </a:p>
      </dgm:t>
    </dgm:pt>
    <dgm:pt modelId="{8DFFB433-89D6-46B6-9BA5-42772948EA4C}" type="sibTrans" cxnId="{327815D0-DF1F-49D4-B5A4-AB9D9FE5F9FF}">
      <dgm:prSet/>
      <dgm:spPr/>
      <dgm:t>
        <a:bodyPr/>
        <a:lstStyle/>
        <a:p>
          <a:endParaRPr lang="en-US"/>
        </a:p>
      </dgm:t>
    </dgm:pt>
    <dgm:pt modelId="{5C547F9C-90F6-4366-98F5-447D3B0A4277}">
      <dgm:prSet/>
      <dgm:spPr/>
      <dgm:t>
        <a:bodyPr/>
        <a:lstStyle/>
        <a:p>
          <a:r>
            <a:rPr lang="en-US"/>
            <a:t>Sistemas que você possui ou com autorização escrita</a:t>
          </a:r>
        </a:p>
      </dgm:t>
    </dgm:pt>
    <dgm:pt modelId="{8C6BC1C3-8145-423A-B4DA-7DFB6684BB47}" type="parTrans" cxnId="{A3D6C775-F7F9-48E2-928F-AA9BEA52ACDE}">
      <dgm:prSet/>
      <dgm:spPr/>
      <dgm:t>
        <a:bodyPr/>
        <a:lstStyle/>
        <a:p>
          <a:endParaRPr lang="en-US"/>
        </a:p>
      </dgm:t>
    </dgm:pt>
    <dgm:pt modelId="{5A89C63E-DDDA-4036-A1E1-9BBB2027B390}" type="sibTrans" cxnId="{A3D6C775-F7F9-48E2-928F-AA9BEA52ACDE}">
      <dgm:prSet/>
      <dgm:spPr/>
      <dgm:t>
        <a:bodyPr/>
        <a:lstStyle/>
        <a:p>
          <a:endParaRPr lang="en-US"/>
        </a:p>
      </dgm:t>
    </dgm:pt>
    <dgm:pt modelId="{5799470E-3C35-4F84-A194-B6180917DFF2}">
      <dgm:prSet/>
      <dgm:spPr/>
      <dgm:t>
        <a:bodyPr/>
        <a:lstStyle/>
        <a:p>
          <a:r>
            <a:rPr lang="en-US"/>
            <a:t>Fins educacionais ou de pesquisa autorizada</a:t>
          </a:r>
        </a:p>
      </dgm:t>
    </dgm:pt>
    <dgm:pt modelId="{81B13BA4-48D6-4D5F-9880-28587CA1DDB0}" type="parTrans" cxnId="{E352EC0A-D416-4397-8159-B0DA4F87DB5D}">
      <dgm:prSet/>
      <dgm:spPr/>
      <dgm:t>
        <a:bodyPr/>
        <a:lstStyle/>
        <a:p>
          <a:endParaRPr lang="en-US"/>
        </a:p>
      </dgm:t>
    </dgm:pt>
    <dgm:pt modelId="{ECB0F436-235E-4C5D-AC34-BDCF4312DB54}" type="sibTrans" cxnId="{E352EC0A-D416-4397-8159-B0DA4F87DB5D}">
      <dgm:prSet/>
      <dgm:spPr/>
      <dgm:t>
        <a:bodyPr/>
        <a:lstStyle/>
        <a:p>
          <a:endParaRPr lang="en-US"/>
        </a:p>
      </dgm:t>
    </dgm:pt>
    <dgm:pt modelId="{A7473DE6-2879-4E36-BCD6-0342EAF79C57}" type="pres">
      <dgm:prSet presAssocID="{C467153F-92E7-4C17-9752-4D931FD4979E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716AAC98-32CF-48D0-B452-9893586376D8}" type="pres">
      <dgm:prSet presAssocID="{0E4E3B8B-925C-4137-AEA0-AFFB69CA4511}" presName="hierRoot1" presStyleCnt="0"/>
      <dgm:spPr/>
    </dgm:pt>
    <dgm:pt modelId="{0452DFE9-D5CC-415E-B279-87156769184B}" type="pres">
      <dgm:prSet presAssocID="{0E4E3B8B-925C-4137-AEA0-AFFB69CA4511}" presName="composite" presStyleCnt="0"/>
      <dgm:spPr/>
    </dgm:pt>
    <dgm:pt modelId="{5EBDEA08-C8FC-4E92-92C9-0B4BD493CA95}" type="pres">
      <dgm:prSet presAssocID="{0E4E3B8B-925C-4137-AEA0-AFFB69CA4511}" presName="background" presStyleLbl="node0" presStyleIdx="0" presStyleCnt="3"/>
      <dgm:spPr/>
    </dgm:pt>
    <dgm:pt modelId="{68816B2C-54E9-4EA4-9D44-E1A56C194E9E}" type="pres">
      <dgm:prSet presAssocID="{0E4E3B8B-925C-4137-AEA0-AFFB69CA4511}" presName="text" presStyleLbl="fgAcc0" presStyleIdx="0" presStyleCnt="3" custLinFactX="146607" custLinFactNeighborX="200000" custLinFactNeighborY="-11006">
        <dgm:presLayoutVars>
          <dgm:chPref val="3"/>
        </dgm:presLayoutVars>
      </dgm:prSet>
      <dgm:spPr/>
    </dgm:pt>
    <dgm:pt modelId="{20CA4C3C-5CF1-4665-AAD9-8D8A403DA798}" type="pres">
      <dgm:prSet presAssocID="{0E4E3B8B-925C-4137-AEA0-AFFB69CA4511}" presName="hierChild2" presStyleCnt="0"/>
      <dgm:spPr/>
    </dgm:pt>
    <dgm:pt modelId="{4F479FDC-DC76-4545-B48D-8C94FB974C93}" type="pres">
      <dgm:prSet presAssocID="{E75C3F55-BCA0-43C7-B09C-887B6FDDF5DD}" presName="hierRoot1" presStyleCnt="0"/>
      <dgm:spPr/>
    </dgm:pt>
    <dgm:pt modelId="{A7C21622-BFBB-4154-9DF5-BA457A13AF9F}" type="pres">
      <dgm:prSet presAssocID="{E75C3F55-BCA0-43C7-B09C-887B6FDDF5DD}" presName="composite" presStyleCnt="0"/>
      <dgm:spPr/>
    </dgm:pt>
    <dgm:pt modelId="{0110B6B8-7654-4EAE-8AD7-E34FC19B33D0}" type="pres">
      <dgm:prSet presAssocID="{E75C3F55-BCA0-43C7-B09C-887B6FDDF5DD}" presName="background" presStyleLbl="node0" presStyleIdx="1" presStyleCnt="3"/>
      <dgm:spPr/>
    </dgm:pt>
    <dgm:pt modelId="{1F73E264-18E1-4272-A050-05558D9A3FD3}" type="pres">
      <dgm:prSet presAssocID="{E75C3F55-BCA0-43C7-B09C-887B6FDDF5DD}" presName="text" presStyleLbl="fgAcc0" presStyleIdx="1" presStyleCnt="3" custLinFactX="-13274" custLinFactNeighborX="-100000" custLinFactNeighborY="-11006">
        <dgm:presLayoutVars>
          <dgm:chPref val="3"/>
        </dgm:presLayoutVars>
      </dgm:prSet>
      <dgm:spPr/>
    </dgm:pt>
    <dgm:pt modelId="{A108504C-ACFA-4265-8CFB-6D2A3751477B}" type="pres">
      <dgm:prSet presAssocID="{E75C3F55-BCA0-43C7-B09C-887B6FDDF5DD}" presName="hierChild2" presStyleCnt="0"/>
      <dgm:spPr/>
    </dgm:pt>
    <dgm:pt modelId="{0AA9DC0B-5B01-4F67-871B-A6D936818278}" type="pres">
      <dgm:prSet presAssocID="{A413DBB7-F8BF-4229-BD5E-99876894BD2B}" presName="hierRoot1" presStyleCnt="0"/>
      <dgm:spPr/>
    </dgm:pt>
    <dgm:pt modelId="{DFE90011-CF96-4E58-BD6C-24A6914C5653}" type="pres">
      <dgm:prSet presAssocID="{A413DBB7-F8BF-4229-BD5E-99876894BD2B}" presName="composite" presStyleCnt="0"/>
      <dgm:spPr/>
    </dgm:pt>
    <dgm:pt modelId="{A7EAD17C-9445-43E5-A766-ADA567F0F866}" type="pres">
      <dgm:prSet presAssocID="{A413DBB7-F8BF-4229-BD5E-99876894BD2B}" presName="background" presStyleLbl="node0" presStyleIdx="2" presStyleCnt="3"/>
      <dgm:spPr/>
    </dgm:pt>
    <dgm:pt modelId="{BC3CCD61-22DF-4053-A51A-B4D0D701A3F5}" type="pres">
      <dgm:prSet presAssocID="{A413DBB7-F8BF-4229-BD5E-99876894BD2B}" presName="text" presStyleLbl="fgAcc0" presStyleIdx="2" presStyleCnt="3" custLinFactNeighborX="-66667" custLinFactNeighborY="-912">
        <dgm:presLayoutVars>
          <dgm:chPref val="3"/>
        </dgm:presLayoutVars>
      </dgm:prSet>
      <dgm:spPr/>
    </dgm:pt>
    <dgm:pt modelId="{815E230F-51C7-4DE8-B428-58C0D543E939}" type="pres">
      <dgm:prSet presAssocID="{A413DBB7-F8BF-4229-BD5E-99876894BD2B}" presName="hierChild2" presStyleCnt="0"/>
      <dgm:spPr/>
    </dgm:pt>
    <dgm:pt modelId="{E6EBD39A-955E-46BD-B529-8E7E834C1CF9}" type="pres">
      <dgm:prSet presAssocID="{80578236-6FAD-4442-8225-7835374F420B}" presName="Name10" presStyleLbl="parChTrans1D2" presStyleIdx="0" presStyleCnt="3"/>
      <dgm:spPr/>
    </dgm:pt>
    <dgm:pt modelId="{A37598F8-CA84-4E08-8298-67242FD2C2AA}" type="pres">
      <dgm:prSet presAssocID="{B16C3B4A-DDD6-403A-B903-3E93E586965C}" presName="hierRoot2" presStyleCnt="0"/>
      <dgm:spPr/>
    </dgm:pt>
    <dgm:pt modelId="{3D8393D9-6F3B-4E12-8B55-44B0BCE44048}" type="pres">
      <dgm:prSet presAssocID="{B16C3B4A-DDD6-403A-B903-3E93E586965C}" presName="composite2" presStyleCnt="0"/>
      <dgm:spPr/>
    </dgm:pt>
    <dgm:pt modelId="{5FC0C09F-7BFC-4543-A0D3-5D452F38A2E4}" type="pres">
      <dgm:prSet presAssocID="{B16C3B4A-DDD6-403A-B903-3E93E586965C}" presName="background2" presStyleLbl="node2" presStyleIdx="0" presStyleCnt="3"/>
      <dgm:spPr/>
    </dgm:pt>
    <dgm:pt modelId="{D0515400-1F08-40E9-82DC-36DF5883D1E8}" type="pres">
      <dgm:prSet presAssocID="{B16C3B4A-DDD6-403A-B903-3E93E586965C}" presName="text2" presStyleLbl="fgAcc2" presStyleIdx="0" presStyleCnt="3" custLinFactX="-13274" custLinFactNeighborX="-100000" custLinFactNeighborY="5473">
        <dgm:presLayoutVars>
          <dgm:chPref val="3"/>
        </dgm:presLayoutVars>
      </dgm:prSet>
      <dgm:spPr/>
    </dgm:pt>
    <dgm:pt modelId="{0A3A96D6-E8C4-4728-97E9-C567E40D995D}" type="pres">
      <dgm:prSet presAssocID="{B16C3B4A-DDD6-403A-B903-3E93E586965C}" presName="hierChild3" presStyleCnt="0"/>
      <dgm:spPr/>
    </dgm:pt>
    <dgm:pt modelId="{3ECA0DDF-B7DF-495F-9D35-6EE2A158AA0E}" type="pres">
      <dgm:prSet presAssocID="{8C6BC1C3-8145-423A-B4DA-7DFB6684BB47}" presName="Name10" presStyleLbl="parChTrans1D2" presStyleIdx="1" presStyleCnt="3"/>
      <dgm:spPr/>
    </dgm:pt>
    <dgm:pt modelId="{71F4B68D-D862-4FE8-8A79-FE6EB07AA0FE}" type="pres">
      <dgm:prSet presAssocID="{5C547F9C-90F6-4366-98F5-447D3B0A4277}" presName="hierRoot2" presStyleCnt="0"/>
      <dgm:spPr/>
    </dgm:pt>
    <dgm:pt modelId="{AC55468D-1005-454D-8867-50B3F702E889}" type="pres">
      <dgm:prSet presAssocID="{5C547F9C-90F6-4366-98F5-447D3B0A4277}" presName="composite2" presStyleCnt="0"/>
      <dgm:spPr/>
    </dgm:pt>
    <dgm:pt modelId="{260F6C9A-DB89-485A-95C8-99897A5061B9}" type="pres">
      <dgm:prSet presAssocID="{5C547F9C-90F6-4366-98F5-447D3B0A4277}" presName="background2" presStyleLbl="node2" presStyleIdx="1" presStyleCnt="3"/>
      <dgm:spPr/>
    </dgm:pt>
    <dgm:pt modelId="{0B98EF0F-CAD3-4652-B62A-452CBC733F29}" type="pres">
      <dgm:prSet presAssocID="{5C547F9C-90F6-4366-98F5-447D3B0A4277}" presName="text2" presStyleLbl="fgAcc2" presStyleIdx="1" presStyleCnt="3" custLinFactNeighborX="-66667" custLinFactNeighborY="13366">
        <dgm:presLayoutVars>
          <dgm:chPref val="3"/>
        </dgm:presLayoutVars>
      </dgm:prSet>
      <dgm:spPr/>
    </dgm:pt>
    <dgm:pt modelId="{7632F8FE-4D5C-4DF5-9114-D7A72882C922}" type="pres">
      <dgm:prSet presAssocID="{5C547F9C-90F6-4366-98F5-447D3B0A4277}" presName="hierChild3" presStyleCnt="0"/>
      <dgm:spPr/>
    </dgm:pt>
    <dgm:pt modelId="{D2442DB6-01B8-40B3-B6C2-CCEC7A611BBC}" type="pres">
      <dgm:prSet presAssocID="{81B13BA4-48D6-4D5F-9880-28587CA1DDB0}" presName="Name10" presStyleLbl="parChTrans1D2" presStyleIdx="2" presStyleCnt="3"/>
      <dgm:spPr/>
    </dgm:pt>
    <dgm:pt modelId="{5606FD92-1552-4C5A-BD72-36A4C560DECB}" type="pres">
      <dgm:prSet presAssocID="{5799470E-3C35-4F84-A194-B6180917DFF2}" presName="hierRoot2" presStyleCnt="0"/>
      <dgm:spPr/>
    </dgm:pt>
    <dgm:pt modelId="{376CD451-D6E0-4C66-9387-41567B8C5817}" type="pres">
      <dgm:prSet presAssocID="{5799470E-3C35-4F84-A194-B6180917DFF2}" presName="composite2" presStyleCnt="0"/>
      <dgm:spPr/>
    </dgm:pt>
    <dgm:pt modelId="{10FA82A8-E923-4C84-832D-0CE1756E38D6}" type="pres">
      <dgm:prSet presAssocID="{5799470E-3C35-4F84-A194-B6180917DFF2}" presName="background2" presStyleLbl="node2" presStyleIdx="2" presStyleCnt="3"/>
      <dgm:spPr/>
    </dgm:pt>
    <dgm:pt modelId="{06169307-4A32-4555-9E51-5E9A1DDC0F65}" type="pres">
      <dgm:prSet presAssocID="{5799470E-3C35-4F84-A194-B6180917DFF2}" presName="text2" presStyleLbl="fgAcc2" presStyleIdx="2" presStyleCnt="3" custLinFactNeighborX="-20059" custLinFactNeighborY="13366">
        <dgm:presLayoutVars>
          <dgm:chPref val="3"/>
        </dgm:presLayoutVars>
      </dgm:prSet>
      <dgm:spPr/>
    </dgm:pt>
    <dgm:pt modelId="{75DE779E-A135-4DD6-8EC7-C2A238800FE3}" type="pres">
      <dgm:prSet presAssocID="{5799470E-3C35-4F84-A194-B6180917DFF2}" presName="hierChild3" presStyleCnt="0"/>
      <dgm:spPr/>
    </dgm:pt>
  </dgm:ptLst>
  <dgm:cxnLst>
    <dgm:cxn modelId="{3D859305-D844-4121-832C-E4F6328BEB80}" type="presOf" srcId="{81B13BA4-48D6-4D5F-9880-28587CA1DDB0}" destId="{D2442DB6-01B8-40B3-B6C2-CCEC7A611BBC}" srcOrd="0" destOrd="0" presId="urn:microsoft.com/office/officeart/2005/8/layout/hierarchy1"/>
    <dgm:cxn modelId="{E352EC0A-D416-4397-8159-B0DA4F87DB5D}" srcId="{A413DBB7-F8BF-4229-BD5E-99876894BD2B}" destId="{5799470E-3C35-4F84-A194-B6180917DFF2}" srcOrd="2" destOrd="0" parTransId="{81B13BA4-48D6-4D5F-9880-28587CA1DDB0}" sibTransId="{ECB0F436-235E-4C5D-AC34-BDCF4312DB54}"/>
    <dgm:cxn modelId="{D37F1C0C-7F76-4B80-B9DE-9365F299666F}" srcId="{C467153F-92E7-4C17-9752-4D931FD4979E}" destId="{0E4E3B8B-925C-4137-AEA0-AFFB69CA4511}" srcOrd="0" destOrd="0" parTransId="{E1CBAB2B-016D-452D-A9A4-88C90C8360B5}" sibTransId="{A779C366-67A8-469E-9C57-4181EE738BBE}"/>
    <dgm:cxn modelId="{72EC181B-65CC-465B-BE1F-6052DF293B1B}" srcId="{C467153F-92E7-4C17-9752-4D931FD4979E}" destId="{E75C3F55-BCA0-43C7-B09C-887B6FDDF5DD}" srcOrd="1" destOrd="0" parTransId="{1F8BCF49-37D4-4508-A870-2E268051D305}" sibTransId="{6EAEAC5C-8085-43EA-B44E-499EF17B6EAF}"/>
    <dgm:cxn modelId="{0067AD35-109C-4EF7-B9A9-0C5CC1D4F62E}" type="presOf" srcId="{E75C3F55-BCA0-43C7-B09C-887B6FDDF5DD}" destId="{1F73E264-18E1-4272-A050-05558D9A3FD3}" srcOrd="0" destOrd="0" presId="urn:microsoft.com/office/officeart/2005/8/layout/hierarchy1"/>
    <dgm:cxn modelId="{06DB6B61-563A-4132-BD77-5C2AF84D506A}" type="presOf" srcId="{C467153F-92E7-4C17-9752-4D931FD4979E}" destId="{A7473DE6-2879-4E36-BCD6-0342EAF79C57}" srcOrd="0" destOrd="0" presId="urn:microsoft.com/office/officeart/2005/8/layout/hierarchy1"/>
    <dgm:cxn modelId="{8C735C55-0834-4902-8895-0D76BD9BDFF5}" type="presOf" srcId="{5799470E-3C35-4F84-A194-B6180917DFF2}" destId="{06169307-4A32-4555-9E51-5E9A1DDC0F65}" srcOrd="0" destOrd="0" presId="urn:microsoft.com/office/officeart/2005/8/layout/hierarchy1"/>
    <dgm:cxn modelId="{A3D6C775-F7F9-48E2-928F-AA9BEA52ACDE}" srcId="{A413DBB7-F8BF-4229-BD5E-99876894BD2B}" destId="{5C547F9C-90F6-4366-98F5-447D3B0A4277}" srcOrd="1" destOrd="0" parTransId="{8C6BC1C3-8145-423A-B4DA-7DFB6684BB47}" sibTransId="{5A89C63E-DDDA-4036-A1E1-9BBB2027B390}"/>
    <dgm:cxn modelId="{C35A6E7C-61B0-4A7A-ADEA-07A27B924018}" type="presOf" srcId="{B16C3B4A-DDD6-403A-B903-3E93E586965C}" destId="{D0515400-1F08-40E9-82DC-36DF5883D1E8}" srcOrd="0" destOrd="0" presId="urn:microsoft.com/office/officeart/2005/8/layout/hierarchy1"/>
    <dgm:cxn modelId="{8A8EB27D-FB47-476E-B00C-3BA22B2D05DD}" type="presOf" srcId="{A413DBB7-F8BF-4229-BD5E-99876894BD2B}" destId="{BC3CCD61-22DF-4053-A51A-B4D0D701A3F5}" srcOrd="0" destOrd="0" presId="urn:microsoft.com/office/officeart/2005/8/layout/hierarchy1"/>
    <dgm:cxn modelId="{D38BF580-DE25-4203-B063-72E3FC7015F3}" type="presOf" srcId="{8C6BC1C3-8145-423A-B4DA-7DFB6684BB47}" destId="{3ECA0DDF-B7DF-495F-9D35-6EE2A158AA0E}" srcOrd="0" destOrd="0" presId="urn:microsoft.com/office/officeart/2005/8/layout/hierarchy1"/>
    <dgm:cxn modelId="{D53D3AAE-F732-4FA3-A091-FD2CC2BC8D1C}" type="presOf" srcId="{80578236-6FAD-4442-8225-7835374F420B}" destId="{E6EBD39A-955E-46BD-B529-8E7E834C1CF9}" srcOrd="0" destOrd="0" presId="urn:microsoft.com/office/officeart/2005/8/layout/hierarchy1"/>
    <dgm:cxn modelId="{0999EDCD-6C55-446A-A4E0-B1EB3A811C30}" type="presOf" srcId="{5C547F9C-90F6-4366-98F5-447D3B0A4277}" destId="{0B98EF0F-CAD3-4652-B62A-452CBC733F29}" srcOrd="0" destOrd="0" presId="urn:microsoft.com/office/officeart/2005/8/layout/hierarchy1"/>
    <dgm:cxn modelId="{327815D0-DF1F-49D4-B5A4-AB9D9FE5F9FF}" srcId="{A413DBB7-F8BF-4229-BD5E-99876894BD2B}" destId="{B16C3B4A-DDD6-403A-B903-3E93E586965C}" srcOrd="0" destOrd="0" parTransId="{80578236-6FAD-4442-8225-7835374F420B}" sibTransId="{8DFFB433-89D6-46B6-9BA5-42772948EA4C}"/>
    <dgm:cxn modelId="{59AB8AE6-4ADB-40AA-B837-22E72AF70510}" type="presOf" srcId="{0E4E3B8B-925C-4137-AEA0-AFFB69CA4511}" destId="{68816B2C-54E9-4EA4-9D44-E1A56C194E9E}" srcOrd="0" destOrd="0" presId="urn:microsoft.com/office/officeart/2005/8/layout/hierarchy1"/>
    <dgm:cxn modelId="{F9224DFF-E9A1-46F1-8078-B6BFC318077F}" srcId="{C467153F-92E7-4C17-9752-4D931FD4979E}" destId="{A413DBB7-F8BF-4229-BD5E-99876894BD2B}" srcOrd="2" destOrd="0" parTransId="{64FD9F0C-FEA6-41B9-A7B8-8ACC000190BB}" sibTransId="{A9661ACB-0C4E-4A3C-9EC7-CF0462AF68B5}"/>
    <dgm:cxn modelId="{72353A9F-2A73-478E-B2AC-17E757DD1EFE}" type="presParOf" srcId="{A7473DE6-2879-4E36-BCD6-0342EAF79C57}" destId="{716AAC98-32CF-48D0-B452-9893586376D8}" srcOrd="0" destOrd="0" presId="urn:microsoft.com/office/officeart/2005/8/layout/hierarchy1"/>
    <dgm:cxn modelId="{CAD68D3B-BC24-4ABE-A9D7-24B4078D4629}" type="presParOf" srcId="{716AAC98-32CF-48D0-B452-9893586376D8}" destId="{0452DFE9-D5CC-415E-B279-87156769184B}" srcOrd="0" destOrd="0" presId="urn:microsoft.com/office/officeart/2005/8/layout/hierarchy1"/>
    <dgm:cxn modelId="{DA7670B6-6E43-4653-9FCA-AF246E9D84EE}" type="presParOf" srcId="{0452DFE9-D5CC-415E-B279-87156769184B}" destId="{5EBDEA08-C8FC-4E92-92C9-0B4BD493CA95}" srcOrd="0" destOrd="0" presId="urn:microsoft.com/office/officeart/2005/8/layout/hierarchy1"/>
    <dgm:cxn modelId="{8604B690-39E0-42D2-BC1F-13FEC28A98C3}" type="presParOf" srcId="{0452DFE9-D5CC-415E-B279-87156769184B}" destId="{68816B2C-54E9-4EA4-9D44-E1A56C194E9E}" srcOrd="1" destOrd="0" presId="urn:microsoft.com/office/officeart/2005/8/layout/hierarchy1"/>
    <dgm:cxn modelId="{88B8B93C-29B8-44F0-83D6-72463B654ADF}" type="presParOf" srcId="{716AAC98-32CF-48D0-B452-9893586376D8}" destId="{20CA4C3C-5CF1-4665-AAD9-8D8A403DA798}" srcOrd="1" destOrd="0" presId="urn:microsoft.com/office/officeart/2005/8/layout/hierarchy1"/>
    <dgm:cxn modelId="{AF6878D8-B5DC-4981-B5D2-23654BD518CF}" type="presParOf" srcId="{A7473DE6-2879-4E36-BCD6-0342EAF79C57}" destId="{4F479FDC-DC76-4545-B48D-8C94FB974C93}" srcOrd="1" destOrd="0" presId="urn:microsoft.com/office/officeart/2005/8/layout/hierarchy1"/>
    <dgm:cxn modelId="{819BBD9D-3CB8-4CFF-97F2-ACDEDE57E508}" type="presParOf" srcId="{4F479FDC-DC76-4545-B48D-8C94FB974C93}" destId="{A7C21622-BFBB-4154-9DF5-BA457A13AF9F}" srcOrd="0" destOrd="0" presId="urn:microsoft.com/office/officeart/2005/8/layout/hierarchy1"/>
    <dgm:cxn modelId="{06A7666E-3D35-4293-8023-5D1FFC3B6DB8}" type="presParOf" srcId="{A7C21622-BFBB-4154-9DF5-BA457A13AF9F}" destId="{0110B6B8-7654-4EAE-8AD7-E34FC19B33D0}" srcOrd="0" destOrd="0" presId="urn:microsoft.com/office/officeart/2005/8/layout/hierarchy1"/>
    <dgm:cxn modelId="{F53EC542-E515-4117-9EBA-AE13B82805A3}" type="presParOf" srcId="{A7C21622-BFBB-4154-9DF5-BA457A13AF9F}" destId="{1F73E264-18E1-4272-A050-05558D9A3FD3}" srcOrd="1" destOrd="0" presId="urn:microsoft.com/office/officeart/2005/8/layout/hierarchy1"/>
    <dgm:cxn modelId="{27F5C1A2-9580-45F2-B734-F8D5AB21DB7A}" type="presParOf" srcId="{4F479FDC-DC76-4545-B48D-8C94FB974C93}" destId="{A108504C-ACFA-4265-8CFB-6D2A3751477B}" srcOrd="1" destOrd="0" presId="urn:microsoft.com/office/officeart/2005/8/layout/hierarchy1"/>
    <dgm:cxn modelId="{F27EEBE3-BB6C-46D6-A6E2-1837F5F39035}" type="presParOf" srcId="{A7473DE6-2879-4E36-BCD6-0342EAF79C57}" destId="{0AA9DC0B-5B01-4F67-871B-A6D936818278}" srcOrd="2" destOrd="0" presId="urn:microsoft.com/office/officeart/2005/8/layout/hierarchy1"/>
    <dgm:cxn modelId="{3101E2E9-6CFE-459E-8EBD-446097DB360E}" type="presParOf" srcId="{0AA9DC0B-5B01-4F67-871B-A6D936818278}" destId="{DFE90011-CF96-4E58-BD6C-24A6914C5653}" srcOrd="0" destOrd="0" presId="urn:microsoft.com/office/officeart/2005/8/layout/hierarchy1"/>
    <dgm:cxn modelId="{4BD1D8C5-F5BF-4B2F-A600-3431D2CA1763}" type="presParOf" srcId="{DFE90011-CF96-4E58-BD6C-24A6914C5653}" destId="{A7EAD17C-9445-43E5-A766-ADA567F0F866}" srcOrd="0" destOrd="0" presId="urn:microsoft.com/office/officeart/2005/8/layout/hierarchy1"/>
    <dgm:cxn modelId="{98B4FB21-CFCB-4D6C-9EF8-CAA71296A9B3}" type="presParOf" srcId="{DFE90011-CF96-4E58-BD6C-24A6914C5653}" destId="{BC3CCD61-22DF-4053-A51A-B4D0D701A3F5}" srcOrd="1" destOrd="0" presId="urn:microsoft.com/office/officeart/2005/8/layout/hierarchy1"/>
    <dgm:cxn modelId="{6AA3C2F6-11B0-43A8-8B27-D9C04B82540A}" type="presParOf" srcId="{0AA9DC0B-5B01-4F67-871B-A6D936818278}" destId="{815E230F-51C7-4DE8-B428-58C0D543E939}" srcOrd="1" destOrd="0" presId="urn:microsoft.com/office/officeart/2005/8/layout/hierarchy1"/>
    <dgm:cxn modelId="{DCC58383-CBA3-4294-AD2E-D2BA937F8F29}" type="presParOf" srcId="{815E230F-51C7-4DE8-B428-58C0D543E939}" destId="{E6EBD39A-955E-46BD-B529-8E7E834C1CF9}" srcOrd="0" destOrd="0" presId="urn:microsoft.com/office/officeart/2005/8/layout/hierarchy1"/>
    <dgm:cxn modelId="{B7EE29CB-4064-49B4-A83B-32CDDC29F6A1}" type="presParOf" srcId="{815E230F-51C7-4DE8-B428-58C0D543E939}" destId="{A37598F8-CA84-4E08-8298-67242FD2C2AA}" srcOrd="1" destOrd="0" presId="urn:microsoft.com/office/officeart/2005/8/layout/hierarchy1"/>
    <dgm:cxn modelId="{EF7F1CA6-BBF3-444A-BB10-EF099B3DFE2C}" type="presParOf" srcId="{A37598F8-CA84-4E08-8298-67242FD2C2AA}" destId="{3D8393D9-6F3B-4E12-8B55-44B0BCE44048}" srcOrd="0" destOrd="0" presId="urn:microsoft.com/office/officeart/2005/8/layout/hierarchy1"/>
    <dgm:cxn modelId="{8506B7D3-984C-4F33-A112-EF709C9C7AD6}" type="presParOf" srcId="{3D8393D9-6F3B-4E12-8B55-44B0BCE44048}" destId="{5FC0C09F-7BFC-4543-A0D3-5D452F38A2E4}" srcOrd="0" destOrd="0" presId="urn:microsoft.com/office/officeart/2005/8/layout/hierarchy1"/>
    <dgm:cxn modelId="{052B8806-437E-4EF1-84F1-7AFD08196783}" type="presParOf" srcId="{3D8393D9-6F3B-4E12-8B55-44B0BCE44048}" destId="{D0515400-1F08-40E9-82DC-36DF5883D1E8}" srcOrd="1" destOrd="0" presId="urn:microsoft.com/office/officeart/2005/8/layout/hierarchy1"/>
    <dgm:cxn modelId="{92C2C51F-66C2-4913-B16F-80B56D851B61}" type="presParOf" srcId="{A37598F8-CA84-4E08-8298-67242FD2C2AA}" destId="{0A3A96D6-E8C4-4728-97E9-C567E40D995D}" srcOrd="1" destOrd="0" presId="urn:microsoft.com/office/officeart/2005/8/layout/hierarchy1"/>
    <dgm:cxn modelId="{1BE72B87-F2E5-4FA4-9FB3-8CDECB236097}" type="presParOf" srcId="{815E230F-51C7-4DE8-B428-58C0D543E939}" destId="{3ECA0DDF-B7DF-495F-9D35-6EE2A158AA0E}" srcOrd="2" destOrd="0" presId="urn:microsoft.com/office/officeart/2005/8/layout/hierarchy1"/>
    <dgm:cxn modelId="{773DD5CC-199E-4C8E-A3AB-7F1580ED3FB7}" type="presParOf" srcId="{815E230F-51C7-4DE8-B428-58C0D543E939}" destId="{71F4B68D-D862-4FE8-8A79-FE6EB07AA0FE}" srcOrd="3" destOrd="0" presId="urn:microsoft.com/office/officeart/2005/8/layout/hierarchy1"/>
    <dgm:cxn modelId="{5FAF6FAD-059B-4C47-8B1A-F50EC8FA9077}" type="presParOf" srcId="{71F4B68D-D862-4FE8-8A79-FE6EB07AA0FE}" destId="{AC55468D-1005-454D-8867-50B3F702E889}" srcOrd="0" destOrd="0" presId="urn:microsoft.com/office/officeart/2005/8/layout/hierarchy1"/>
    <dgm:cxn modelId="{C3831528-7B75-4812-B22C-3312F394D2F2}" type="presParOf" srcId="{AC55468D-1005-454D-8867-50B3F702E889}" destId="{260F6C9A-DB89-485A-95C8-99897A5061B9}" srcOrd="0" destOrd="0" presId="urn:microsoft.com/office/officeart/2005/8/layout/hierarchy1"/>
    <dgm:cxn modelId="{026A45B2-2E69-4C86-A96F-AFCDACBDA600}" type="presParOf" srcId="{AC55468D-1005-454D-8867-50B3F702E889}" destId="{0B98EF0F-CAD3-4652-B62A-452CBC733F29}" srcOrd="1" destOrd="0" presId="urn:microsoft.com/office/officeart/2005/8/layout/hierarchy1"/>
    <dgm:cxn modelId="{2BF55E6D-4F25-4F8B-84EF-83505C442E12}" type="presParOf" srcId="{71F4B68D-D862-4FE8-8A79-FE6EB07AA0FE}" destId="{7632F8FE-4D5C-4DF5-9114-D7A72882C922}" srcOrd="1" destOrd="0" presId="urn:microsoft.com/office/officeart/2005/8/layout/hierarchy1"/>
    <dgm:cxn modelId="{590CE052-1327-4A87-904C-21BD4DBE8D37}" type="presParOf" srcId="{815E230F-51C7-4DE8-B428-58C0D543E939}" destId="{D2442DB6-01B8-40B3-B6C2-CCEC7A611BBC}" srcOrd="4" destOrd="0" presId="urn:microsoft.com/office/officeart/2005/8/layout/hierarchy1"/>
    <dgm:cxn modelId="{E759F934-D875-4B41-9CC2-934ECE7D5F5E}" type="presParOf" srcId="{815E230F-51C7-4DE8-B428-58C0D543E939}" destId="{5606FD92-1552-4C5A-BD72-36A4C560DECB}" srcOrd="5" destOrd="0" presId="urn:microsoft.com/office/officeart/2005/8/layout/hierarchy1"/>
    <dgm:cxn modelId="{B387F164-74DA-4607-984E-1D137523A587}" type="presParOf" srcId="{5606FD92-1552-4C5A-BD72-36A4C560DECB}" destId="{376CD451-D6E0-4C66-9387-41567B8C5817}" srcOrd="0" destOrd="0" presId="urn:microsoft.com/office/officeart/2005/8/layout/hierarchy1"/>
    <dgm:cxn modelId="{B254B0C5-6462-405C-9573-FF968C321CDC}" type="presParOf" srcId="{376CD451-D6E0-4C66-9387-41567B8C5817}" destId="{10FA82A8-E923-4C84-832D-0CE1756E38D6}" srcOrd="0" destOrd="0" presId="urn:microsoft.com/office/officeart/2005/8/layout/hierarchy1"/>
    <dgm:cxn modelId="{F6782AF9-07BF-4B4F-8BAB-AA9A841A3926}" type="presParOf" srcId="{376CD451-D6E0-4C66-9387-41567B8C5817}" destId="{06169307-4A32-4555-9E51-5E9A1DDC0F65}" srcOrd="1" destOrd="0" presId="urn:microsoft.com/office/officeart/2005/8/layout/hierarchy1"/>
    <dgm:cxn modelId="{044A9CD7-3157-4378-A93A-FA993CE6ADD3}" type="presParOf" srcId="{5606FD92-1552-4C5A-BD72-36A4C560DECB}" destId="{75DE779E-A135-4DD6-8EC7-C2A238800FE3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A4045CC-25A9-450A-BE44-875591EB3460}">
      <dsp:nvSpPr>
        <dsp:cNvPr id="0" name=""/>
        <dsp:cNvSpPr/>
      </dsp:nvSpPr>
      <dsp:spPr>
        <a:xfrm>
          <a:off x="0" y="0"/>
          <a:ext cx="6248781" cy="672083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📡 Função: Descobrir portas abertas numa rede</a:t>
          </a:r>
        </a:p>
      </dsp:txBody>
      <dsp:txXfrm>
        <a:off x="19685" y="19685"/>
        <a:ext cx="5444915" cy="632713"/>
      </dsp:txXfrm>
    </dsp:sp>
    <dsp:sp modelId="{05A62C73-6361-442B-9DF2-81462236689B}">
      <dsp:nvSpPr>
        <dsp:cNvPr id="0" name=""/>
        <dsp:cNvSpPr/>
      </dsp:nvSpPr>
      <dsp:spPr>
        <a:xfrm>
          <a:off x="466629" y="765428"/>
          <a:ext cx="6248781" cy="672083"/>
        </a:xfrm>
        <a:prstGeom prst="roundRect">
          <a:avLst>
            <a:gd name="adj" fmla="val 10000"/>
          </a:avLst>
        </a:prstGeom>
        <a:solidFill>
          <a:schemeClr val="accent2">
            <a:hueOff val="1170380"/>
            <a:satOff val="-1460"/>
            <a:lumOff val="343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🎯 Entrada: IP/hostname alvo, intervalo de portas</a:t>
          </a:r>
        </a:p>
      </dsp:txBody>
      <dsp:txXfrm>
        <a:off x="486314" y="785113"/>
        <a:ext cx="5305926" cy="632713"/>
      </dsp:txXfrm>
    </dsp:sp>
    <dsp:sp modelId="{069E87B7-2283-46FB-AD58-61F4F1BD00D5}">
      <dsp:nvSpPr>
        <dsp:cNvPr id="0" name=""/>
        <dsp:cNvSpPr/>
      </dsp:nvSpPr>
      <dsp:spPr>
        <a:xfrm>
          <a:off x="933259" y="1530857"/>
          <a:ext cx="6248781" cy="672083"/>
        </a:xfrm>
        <a:prstGeom prst="roundRect">
          <a:avLst>
            <a:gd name="adj" fmla="val 10000"/>
          </a:avLst>
        </a:prstGeom>
        <a:solidFill>
          <a:schemeClr val="accent2">
            <a:hueOff val="2340759"/>
            <a:satOff val="-2919"/>
            <a:lumOff val="686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📊 Saída: Lista de portas abertas e seus serviços</a:t>
          </a:r>
        </a:p>
      </dsp:txBody>
      <dsp:txXfrm>
        <a:off x="952944" y="1550542"/>
        <a:ext cx="5305926" cy="632713"/>
      </dsp:txXfrm>
    </dsp:sp>
    <dsp:sp modelId="{3221DD04-7556-471E-AC73-26782B07C73C}">
      <dsp:nvSpPr>
        <dsp:cNvPr id="0" name=""/>
        <dsp:cNvSpPr/>
      </dsp:nvSpPr>
      <dsp:spPr>
        <a:xfrm>
          <a:off x="1399889" y="2296286"/>
          <a:ext cx="6248781" cy="672083"/>
        </a:xfrm>
        <a:prstGeom prst="roundRect">
          <a:avLst>
            <a:gd name="adj" fmla="val 10000"/>
          </a:avLst>
        </a:prstGeom>
        <a:solidFill>
          <a:schemeClr val="accent2">
            <a:hueOff val="3511139"/>
            <a:satOff val="-4379"/>
            <a:lumOff val="103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⚙️ Usa bibliotecas de networking para varredura eficiente</a:t>
          </a:r>
        </a:p>
      </dsp:txBody>
      <dsp:txXfrm>
        <a:off x="1419574" y="2315971"/>
        <a:ext cx="5305926" cy="632713"/>
      </dsp:txXfrm>
    </dsp:sp>
    <dsp:sp modelId="{693927B7-5535-4ECE-BBC2-F1E1065BD73B}">
      <dsp:nvSpPr>
        <dsp:cNvPr id="0" name=""/>
        <dsp:cNvSpPr/>
      </dsp:nvSpPr>
      <dsp:spPr>
        <a:xfrm>
          <a:off x="1866518" y="3061715"/>
          <a:ext cx="6248781" cy="672083"/>
        </a:xfrm>
        <a:prstGeom prst="roundRect">
          <a:avLst>
            <a:gd name="adj" fmla="val 10000"/>
          </a:avLst>
        </a:prstGeom>
        <a:solidFill>
          <a:schemeClr val="accent2">
            <a:hueOff val="4681519"/>
            <a:satOff val="-5839"/>
            <a:lumOff val="1373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⚖️ Útil para: testes de segurança autorizados e descoberta de rede</a:t>
          </a:r>
        </a:p>
      </dsp:txBody>
      <dsp:txXfrm>
        <a:off x="1886203" y="3081400"/>
        <a:ext cx="5305926" cy="632713"/>
      </dsp:txXfrm>
    </dsp:sp>
    <dsp:sp modelId="{68503D94-6B8B-42E4-A435-83B31939F5AD}">
      <dsp:nvSpPr>
        <dsp:cNvPr id="0" name=""/>
        <dsp:cNvSpPr/>
      </dsp:nvSpPr>
      <dsp:spPr>
        <a:xfrm>
          <a:off x="5811926" y="490994"/>
          <a:ext cx="436854" cy="436854"/>
        </a:xfrm>
        <a:prstGeom prst="downArrow">
          <a:avLst>
            <a:gd name="adj1" fmla="val 55000"/>
            <a:gd name="adj2" fmla="val 45000"/>
          </a:avLst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130" tIns="24130" rIns="24130" bIns="2413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900" kern="1200"/>
        </a:p>
      </dsp:txBody>
      <dsp:txXfrm>
        <a:off x="5910218" y="490994"/>
        <a:ext cx="240270" cy="328733"/>
      </dsp:txXfrm>
    </dsp:sp>
    <dsp:sp modelId="{3B2F1EBC-5527-49B4-9468-FE4546667176}">
      <dsp:nvSpPr>
        <dsp:cNvPr id="0" name=""/>
        <dsp:cNvSpPr/>
      </dsp:nvSpPr>
      <dsp:spPr>
        <a:xfrm>
          <a:off x="6278556" y="1256423"/>
          <a:ext cx="436854" cy="436854"/>
        </a:xfrm>
        <a:prstGeom prst="downArrow">
          <a:avLst>
            <a:gd name="adj1" fmla="val 55000"/>
            <a:gd name="adj2" fmla="val 45000"/>
          </a:avLst>
        </a:prstGeom>
        <a:solidFill>
          <a:schemeClr val="accent2">
            <a:tint val="40000"/>
            <a:alpha val="90000"/>
            <a:hueOff val="1675274"/>
            <a:satOff val="-1459"/>
            <a:lumOff val="-2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1675274"/>
              <a:satOff val="-1459"/>
              <a:lumOff val="-2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130" tIns="24130" rIns="24130" bIns="2413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900" kern="1200"/>
        </a:p>
      </dsp:txBody>
      <dsp:txXfrm>
        <a:off x="6376848" y="1256423"/>
        <a:ext cx="240270" cy="328733"/>
      </dsp:txXfrm>
    </dsp:sp>
    <dsp:sp modelId="{D9986BD1-68A8-48A7-9073-316596E47FE9}">
      <dsp:nvSpPr>
        <dsp:cNvPr id="0" name=""/>
        <dsp:cNvSpPr/>
      </dsp:nvSpPr>
      <dsp:spPr>
        <a:xfrm>
          <a:off x="6745186" y="2010650"/>
          <a:ext cx="436854" cy="436854"/>
        </a:xfrm>
        <a:prstGeom prst="downArrow">
          <a:avLst>
            <a:gd name="adj1" fmla="val 55000"/>
            <a:gd name="adj2" fmla="val 45000"/>
          </a:avLst>
        </a:prstGeom>
        <a:solidFill>
          <a:schemeClr val="accent2">
            <a:tint val="40000"/>
            <a:alpha val="90000"/>
            <a:hueOff val="3350547"/>
            <a:satOff val="-2919"/>
            <a:lumOff val="-4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3350547"/>
              <a:satOff val="-2919"/>
              <a:lumOff val="-4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130" tIns="24130" rIns="24130" bIns="2413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900" kern="1200"/>
        </a:p>
      </dsp:txBody>
      <dsp:txXfrm>
        <a:off x="6843478" y="2010650"/>
        <a:ext cx="240270" cy="328733"/>
      </dsp:txXfrm>
    </dsp:sp>
    <dsp:sp modelId="{73A638A4-5ED1-4E3B-9A34-D70A5EBA71A1}">
      <dsp:nvSpPr>
        <dsp:cNvPr id="0" name=""/>
        <dsp:cNvSpPr/>
      </dsp:nvSpPr>
      <dsp:spPr>
        <a:xfrm>
          <a:off x="7211815" y="2783547"/>
          <a:ext cx="436854" cy="436854"/>
        </a:xfrm>
        <a:prstGeom prst="downArrow">
          <a:avLst>
            <a:gd name="adj1" fmla="val 55000"/>
            <a:gd name="adj2" fmla="val 45000"/>
          </a:avLst>
        </a:prstGeom>
        <a:solidFill>
          <a:schemeClr val="accent2">
            <a:tint val="40000"/>
            <a:alpha val="90000"/>
            <a:hueOff val="5025821"/>
            <a:satOff val="-4378"/>
            <a:lumOff val="-6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5025821"/>
              <a:satOff val="-4378"/>
              <a:lumOff val="-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130" tIns="24130" rIns="24130" bIns="2413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900" kern="1200"/>
        </a:p>
      </dsp:txBody>
      <dsp:txXfrm>
        <a:off x="7310107" y="2783547"/>
        <a:ext cx="240270" cy="328733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EFC2090-6BA5-40AA-A68A-0931B586E4B2}">
      <dsp:nvSpPr>
        <dsp:cNvPr id="0" name=""/>
        <dsp:cNvSpPr/>
      </dsp:nvSpPr>
      <dsp:spPr>
        <a:xfrm>
          <a:off x="6038131" y="1530453"/>
          <a:ext cx="1037395" cy="493705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336446"/>
              </a:lnTo>
              <a:lnTo>
                <a:pt x="1037395" y="336446"/>
              </a:lnTo>
              <a:lnTo>
                <a:pt x="1037395" y="493705"/>
              </a:lnTo>
            </a:path>
          </a:pathLst>
        </a:custGeom>
        <a:noFill/>
        <a:ln w="254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3041EFFE-C4CB-4337-BDF4-5BC1B84A94EA}">
      <dsp:nvSpPr>
        <dsp:cNvPr id="0" name=""/>
        <dsp:cNvSpPr/>
      </dsp:nvSpPr>
      <dsp:spPr>
        <a:xfrm>
          <a:off x="5000736" y="1530453"/>
          <a:ext cx="1037395" cy="493705"/>
        </a:xfrm>
        <a:custGeom>
          <a:avLst/>
          <a:gdLst/>
          <a:ahLst/>
          <a:cxnLst/>
          <a:rect l="0" t="0" r="0" b="0"/>
          <a:pathLst>
            <a:path>
              <a:moveTo>
                <a:pt x="1037395" y="0"/>
              </a:moveTo>
              <a:lnTo>
                <a:pt x="1037395" y="336446"/>
              </a:lnTo>
              <a:lnTo>
                <a:pt x="0" y="336446"/>
              </a:lnTo>
              <a:lnTo>
                <a:pt x="0" y="493705"/>
              </a:lnTo>
            </a:path>
          </a:pathLst>
        </a:custGeom>
        <a:noFill/>
        <a:ln w="254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B06B614-81CD-4AE8-9ED0-2AED9A3BF108}">
      <dsp:nvSpPr>
        <dsp:cNvPr id="0" name=""/>
        <dsp:cNvSpPr/>
      </dsp:nvSpPr>
      <dsp:spPr>
        <a:xfrm>
          <a:off x="1888550" y="1530453"/>
          <a:ext cx="1037395" cy="493705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336446"/>
              </a:lnTo>
              <a:lnTo>
                <a:pt x="1037395" y="336446"/>
              </a:lnTo>
              <a:lnTo>
                <a:pt x="1037395" y="493705"/>
              </a:lnTo>
            </a:path>
          </a:pathLst>
        </a:custGeom>
        <a:noFill/>
        <a:ln w="254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DA4FEB6-3555-4458-8859-656317032C84}">
      <dsp:nvSpPr>
        <dsp:cNvPr id="0" name=""/>
        <dsp:cNvSpPr/>
      </dsp:nvSpPr>
      <dsp:spPr>
        <a:xfrm>
          <a:off x="851155" y="1530453"/>
          <a:ext cx="1037395" cy="493705"/>
        </a:xfrm>
        <a:custGeom>
          <a:avLst/>
          <a:gdLst/>
          <a:ahLst/>
          <a:cxnLst/>
          <a:rect l="0" t="0" r="0" b="0"/>
          <a:pathLst>
            <a:path>
              <a:moveTo>
                <a:pt x="1037395" y="0"/>
              </a:moveTo>
              <a:lnTo>
                <a:pt x="1037395" y="336446"/>
              </a:lnTo>
              <a:lnTo>
                <a:pt x="0" y="336446"/>
              </a:lnTo>
              <a:lnTo>
                <a:pt x="0" y="493705"/>
              </a:lnTo>
            </a:path>
          </a:pathLst>
        </a:custGeom>
        <a:noFill/>
        <a:ln w="254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27BD88A-3551-42E7-9075-B510B8A834D7}">
      <dsp:nvSpPr>
        <dsp:cNvPr id="0" name=""/>
        <dsp:cNvSpPr/>
      </dsp:nvSpPr>
      <dsp:spPr>
        <a:xfrm>
          <a:off x="1039772" y="452505"/>
          <a:ext cx="1697555" cy="107794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F59240-D676-4A64-9BE6-E256860C5250}">
      <dsp:nvSpPr>
        <dsp:cNvPr id="0" name=""/>
        <dsp:cNvSpPr/>
      </dsp:nvSpPr>
      <dsp:spPr>
        <a:xfrm>
          <a:off x="1228390" y="631691"/>
          <a:ext cx="1697555" cy="107794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UDP Flooder:</a:t>
          </a:r>
        </a:p>
      </dsp:txBody>
      <dsp:txXfrm>
        <a:off x="1259962" y="663263"/>
        <a:ext cx="1634411" cy="1014804"/>
      </dsp:txXfrm>
    </dsp:sp>
    <dsp:sp modelId="{91FFD681-9F3F-4136-BFF8-555E596D1B2B}">
      <dsp:nvSpPr>
        <dsp:cNvPr id="0" name=""/>
        <dsp:cNvSpPr/>
      </dsp:nvSpPr>
      <dsp:spPr>
        <a:xfrm>
          <a:off x="2377" y="2024159"/>
          <a:ext cx="1697555" cy="107794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F0A3D30-E24D-4DC4-BD15-3C5BFED11A63}">
      <dsp:nvSpPr>
        <dsp:cNvPr id="0" name=""/>
        <dsp:cNvSpPr/>
      </dsp:nvSpPr>
      <dsp:spPr>
        <a:xfrm>
          <a:off x="190994" y="2203345"/>
          <a:ext cx="1697555" cy="107794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Envia packets UDP para simular ataque de inundação</a:t>
          </a:r>
        </a:p>
      </dsp:txBody>
      <dsp:txXfrm>
        <a:off x="222566" y="2234917"/>
        <a:ext cx="1634411" cy="1014804"/>
      </dsp:txXfrm>
    </dsp:sp>
    <dsp:sp modelId="{42CA0F5A-0053-41BD-813A-29EE0B799BA2}">
      <dsp:nvSpPr>
        <dsp:cNvPr id="0" name=""/>
        <dsp:cNvSpPr/>
      </dsp:nvSpPr>
      <dsp:spPr>
        <a:xfrm>
          <a:off x="2077168" y="2024159"/>
          <a:ext cx="1697555" cy="107794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F91BB45-D313-4C10-BE75-0C3A8A909B4D}">
      <dsp:nvSpPr>
        <dsp:cNvPr id="0" name=""/>
        <dsp:cNvSpPr/>
      </dsp:nvSpPr>
      <dsp:spPr>
        <a:xfrm>
          <a:off x="2265785" y="2203345"/>
          <a:ext cx="1697555" cy="107794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Parâmetros: IP alvo, duração em segundos</a:t>
          </a:r>
        </a:p>
      </dsp:txBody>
      <dsp:txXfrm>
        <a:off x="2297357" y="2234917"/>
        <a:ext cx="1634411" cy="1014804"/>
      </dsp:txXfrm>
    </dsp:sp>
    <dsp:sp modelId="{788F4803-D5FA-4EEA-A217-358A3949A23F}">
      <dsp:nvSpPr>
        <dsp:cNvPr id="0" name=""/>
        <dsp:cNvSpPr/>
      </dsp:nvSpPr>
      <dsp:spPr>
        <a:xfrm>
          <a:off x="5189353" y="452505"/>
          <a:ext cx="1697555" cy="107794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0D4F182-0480-4C24-8432-FE38E8DBEF01}">
      <dsp:nvSpPr>
        <dsp:cNvPr id="0" name=""/>
        <dsp:cNvSpPr/>
      </dsp:nvSpPr>
      <dsp:spPr>
        <a:xfrm>
          <a:off x="5377971" y="631691"/>
          <a:ext cx="1697555" cy="107794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600" kern="1200"/>
            <a:t>SYN Flooder:</a:t>
          </a:r>
          <a:endParaRPr lang="en-US" sz="1600" kern="1200"/>
        </a:p>
      </dsp:txBody>
      <dsp:txXfrm>
        <a:off x="5409543" y="663263"/>
        <a:ext cx="1634411" cy="1014804"/>
      </dsp:txXfrm>
    </dsp:sp>
    <dsp:sp modelId="{4022668A-DD03-4BD9-A689-30E9D530ACA0}">
      <dsp:nvSpPr>
        <dsp:cNvPr id="0" name=""/>
        <dsp:cNvSpPr/>
      </dsp:nvSpPr>
      <dsp:spPr>
        <a:xfrm>
          <a:off x="4151958" y="2024159"/>
          <a:ext cx="1697555" cy="107794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87CD497-B61E-4867-B6FD-867FBCF3CDB7}">
      <dsp:nvSpPr>
        <dsp:cNvPr id="0" name=""/>
        <dsp:cNvSpPr/>
      </dsp:nvSpPr>
      <dsp:spPr>
        <a:xfrm>
          <a:off x="4340575" y="2203345"/>
          <a:ext cx="1697555" cy="107794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600" kern="1200"/>
            <a:t>Envia packets TCP SYN para teste de resiliência</a:t>
          </a:r>
          <a:endParaRPr lang="en-US" sz="1600" kern="1200"/>
        </a:p>
      </dsp:txBody>
      <dsp:txXfrm>
        <a:off x="4372147" y="2234917"/>
        <a:ext cx="1634411" cy="1014804"/>
      </dsp:txXfrm>
    </dsp:sp>
    <dsp:sp modelId="{72240630-5D4F-4DA8-9903-705EEECE4020}">
      <dsp:nvSpPr>
        <dsp:cNvPr id="0" name=""/>
        <dsp:cNvSpPr/>
      </dsp:nvSpPr>
      <dsp:spPr>
        <a:xfrm>
          <a:off x="6226749" y="2024159"/>
          <a:ext cx="1697555" cy="107794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819A68E-EB22-48A7-A3C5-F1B7EEAB7456}">
      <dsp:nvSpPr>
        <dsp:cNvPr id="0" name=""/>
        <dsp:cNvSpPr/>
      </dsp:nvSpPr>
      <dsp:spPr>
        <a:xfrm>
          <a:off x="6415366" y="2203345"/>
          <a:ext cx="1697555" cy="107794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600" kern="1200"/>
            <a:t>Parâmetros: IP alvo, duração em segundos</a:t>
          </a:r>
          <a:endParaRPr lang="en-US" sz="1600" kern="1200"/>
        </a:p>
      </dsp:txBody>
      <dsp:txXfrm>
        <a:off x="6446938" y="2234917"/>
        <a:ext cx="1634411" cy="1014804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C852E17-1AC5-4670-AC28-C19984AB3769}">
      <dsp:nvSpPr>
        <dsp:cNvPr id="0" name=""/>
        <dsp:cNvSpPr/>
      </dsp:nvSpPr>
      <dsp:spPr>
        <a:xfrm>
          <a:off x="0" y="218479"/>
          <a:ext cx="2536031" cy="1521618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800" kern="1200" dirty="0"/>
            <a:t>🔐 </a:t>
          </a:r>
        </a:p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800" kern="1200" dirty="0"/>
            <a:t>Gestão segura de credenciais e palavras-passe</a:t>
          </a:r>
          <a:endParaRPr lang="en-US" sz="1800" kern="1200" dirty="0"/>
        </a:p>
      </dsp:txBody>
      <dsp:txXfrm>
        <a:off x="0" y="218479"/>
        <a:ext cx="2536031" cy="1521618"/>
      </dsp:txXfrm>
    </dsp:sp>
    <dsp:sp modelId="{47508333-B98F-432B-ACCD-AD36FDD931FC}">
      <dsp:nvSpPr>
        <dsp:cNvPr id="0" name=""/>
        <dsp:cNvSpPr/>
      </dsp:nvSpPr>
      <dsp:spPr>
        <a:xfrm>
          <a:off x="2789634" y="218479"/>
          <a:ext cx="2536031" cy="1521618"/>
        </a:xfrm>
        <a:prstGeom prst="rect">
          <a:avLst/>
        </a:prstGeom>
        <a:solidFill>
          <a:schemeClr val="accent2">
            <a:hueOff val="1170380"/>
            <a:satOff val="-1460"/>
            <a:lumOff val="343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800" kern="1200" dirty="0"/>
            <a:t>🔒 </a:t>
          </a:r>
        </a:p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800" kern="1200" dirty="0"/>
            <a:t>Encriptação com biblioteca </a:t>
          </a:r>
          <a:r>
            <a:rPr lang="pt-PT" sz="1800" kern="1200" dirty="0" err="1"/>
            <a:t>cryptography</a:t>
          </a:r>
          <a:endParaRPr lang="en-US" sz="1800" kern="1200" dirty="0"/>
        </a:p>
      </dsp:txBody>
      <dsp:txXfrm>
        <a:off x="2789634" y="218479"/>
        <a:ext cx="2536031" cy="1521618"/>
      </dsp:txXfrm>
    </dsp:sp>
    <dsp:sp modelId="{35A257DB-BF82-4570-8251-9984119D8A5B}">
      <dsp:nvSpPr>
        <dsp:cNvPr id="0" name=""/>
        <dsp:cNvSpPr/>
      </dsp:nvSpPr>
      <dsp:spPr>
        <a:xfrm>
          <a:off x="5579268" y="218479"/>
          <a:ext cx="2536031" cy="1521618"/>
        </a:xfrm>
        <a:prstGeom prst="rect">
          <a:avLst/>
        </a:prstGeom>
        <a:solidFill>
          <a:schemeClr val="accent2">
            <a:hueOff val="2340759"/>
            <a:satOff val="-2919"/>
            <a:lumOff val="686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800" kern="1200" dirty="0"/>
            <a:t>🔑 </a:t>
          </a:r>
        </a:p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800" kern="1200" dirty="0"/>
            <a:t>Suporte para autenticação TOTP/HOTP (</a:t>
          </a:r>
          <a:r>
            <a:rPr lang="pt-PT" sz="1800" kern="1200" dirty="0" err="1"/>
            <a:t>One</a:t>
          </a:r>
          <a:r>
            <a:rPr lang="pt-PT" sz="1800" kern="1200" dirty="0"/>
            <a:t>-Time Password)</a:t>
          </a:r>
          <a:endParaRPr lang="en-US" sz="1800" kern="1200" dirty="0"/>
        </a:p>
      </dsp:txBody>
      <dsp:txXfrm>
        <a:off x="5579268" y="218479"/>
        <a:ext cx="2536031" cy="1521618"/>
      </dsp:txXfrm>
    </dsp:sp>
    <dsp:sp modelId="{6C003887-D233-4195-BF30-089093F104B3}">
      <dsp:nvSpPr>
        <dsp:cNvPr id="0" name=""/>
        <dsp:cNvSpPr/>
      </dsp:nvSpPr>
      <dsp:spPr>
        <a:xfrm>
          <a:off x="1394817" y="1993701"/>
          <a:ext cx="2536031" cy="1521618"/>
        </a:xfrm>
        <a:prstGeom prst="rect">
          <a:avLst/>
        </a:prstGeom>
        <a:solidFill>
          <a:schemeClr val="accent2">
            <a:hueOff val="3511139"/>
            <a:satOff val="-4379"/>
            <a:lumOff val="103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800" kern="1200" dirty="0"/>
            <a:t>💾 </a:t>
          </a:r>
        </a:p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800" kern="1200" dirty="0"/>
            <a:t>Armazenamento encriptado de dados sensíveis</a:t>
          </a:r>
          <a:endParaRPr lang="en-US" sz="1800" kern="1200" dirty="0"/>
        </a:p>
      </dsp:txBody>
      <dsp:txXfrm>
        <a:off x="1394817" y="1993701"/>
        <a:ext cx="2536031" cy="1521618"/>
      </dsp:txXfrm>
    </dsp:sp>
    <dsp:sp modelId="{68C9BBB7-BEBA-423B-9B3B-EA6BE2D2EEA8}">
      <dsp:nvSpPr>
        <dsp:cNvPr id="0" name=""/>
        <dsp:cNvSpPr/>
      </dsp:nvSpPr>
      <dsp:spPr>
        <a:xfrm>
          <a:off x="4184451" y="1993701"/>
          <a:ext cx="2536031" cy="1521618"/>
        </a:xfrm>
        <a:prstGeom prst="rect">
          <a:avLst/>
        </a:prstGeom>
        <a:solidFill>
          <a:schemeClr val="accent2">
            <a:hueOff val="4681519"/>
            <a:satOff val="-5839"/>
            <a:lumOff val="1373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800" kern="1200" dirty="0"/>
            <a:t>🛡️ </a:t>
          </a:r>
        </a:p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1800" kern="1200" dirty="0"/>
            <a:t>Próteses de segurança contra acesso não autorizado</a:t>
          </a:r>
          <a:endParaRPr lang="en-US" sz="1800" kern="1200" dirty="0"/>
        </a:p>
      </dsp:txBody>
      <dsp:txXfrm>
        <a:off x="4184451" y="1993701"/>
        <a:ext cx="2536031" cy="1521618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446B3FD-4B92-48D6-A555-B79F922BCF47}">
      <dsp:nvSpPr>
        <dsp:cNvPr id="0" name=""/>
        <dsp:cNvSpPr/>
      </dsp:nvSpPr>
      <dsp:spPr>
        <a:xfrm rot="5400000">
          <a:off x="4789875" y="-1686189"/>
          <a:ext cx="1457056" cy="5193792"/>
        </a:xfrm>
        <a:prstGeom prst="round2Same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2390" tIns="36195" rIns="72390" bIns="36195" numCol="1" spcCol="1270" anchor="ctr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 dirty="0"/>
            <a:t>Python 3.10+ (</a:t>
          </a:r>
          <a:r>
            <a:rPr lang="en-US" sz="1900" kern="1200" dirty="0" err="1"/>
            <a:t>recomendado</a:t>
          </a:r>
          <a:r>
            <a:rPr lang="en-US" sz="1900" kern="1200" dirty="0"/>
            <a:t>)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pip (gestor de pacotes)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Linux (Kali Linux recomendado)</a:t>
          </a:r>
        </a:p>
      </dsp:txBody>
      <dsp:txXfrm rot="-5400000">
        <a:off x="2921507" y="253307"/>
        <a:ext cx="5122664" cy="1314800"/>
      </dsp:txXfrm>
    </dsp:sp>
    <dsp:sp modelId="{CA3C38E2-46C7-4924-80FB-583C37FF1192}">
      <dsp:nvSpPr>
        <dsp:cNvPr id="0" name=""/>
        <dsp:cNvSpPr/>
      </dsp:nvSpPr>
      <dsp:spPr>
        <a:xfrm>
          <a:off x="0" y="45"/>
          <a:ext cx="2921508" cy="18213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1920" tIns="60960" rIns="12192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200" kern="1200"/>
            <a:t>Software:</a:t>
          </a:r>
        </a:p>
      </dsp:txBody>
      <dsp:txXfrm>
        <a:off x="88910" y="88955"/>
        <a:ext cx="2743688" cy="1643500"/>
      </dsp:txXfrm>
    </dsp:sp>
    <dsp:sp modelId="{788B0273-D47C-4C89-AA9F-0E731E6B2D67}">
      <dsp:nvSpPr>
        <dsp:cNvPr id="0" name=""/>
        <dsp:cNvSpPr/>
      </dsp:nvSpPr>
      <dsp:spPr>
        <a:xfrm rot="5400000">
          <a:off x="4789875" y="226196"/>
          <a:ext cx="1457056" cy="5193792"/>
        </a:xfrm>
        <a:prstGeom prst="round2SameRect">
          <a:avLst/>
        </a:prstGeom>
        <a:solidFill>
          <a:schemeClr val="accent2">
            <a:tint val="40000"/>
            <a:alpha val="90000"/>
            <a:hueOff val="5025821"/>
            <a:satOff val="-4378"/>
            <a:lumOff val="-6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5025821"/>
              <a:satOff val="-4378"/>
              <a:lumOff val="-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2390" tIns="36195" rIns="72390" bIns="36195" numCol="1" spcCol="1270" anchor="ctr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pt-PT" sz="1900" kern="1200"/>
            <a:t>geoip2 &gt;= 4.5.0</a:t>
          </a:r>
          <a:endParaRPr lang="en-US" sz="1900" kern="1200"/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pt-PT" sz="1900" kern="1200"/>
            <a:t>cryptography &gt;= 3.4</a:t>
          </a:r>
          <a:endParaRPr lang="en-US" sz="1900" kern="1200"/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pt-PT" sz="1900" kern="1200"/>
            <a:t>pyotp &gt;= 2.8.0</a:t>
          </a:r>
          <a:endParaRPr lang="en-US" sz="1900" kern="1200"/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pt-PT" sz="1900" kern="1200"/>
            <a:t>scapy &gt;= 2.4.5</a:t>
          </a:r>
          <a:endParaRPr lang="en-US" sz="1900" kern="1200"/>
        </a:p>
      </dsp:txBody>
      <dsp:txXfrm rot="-5400000">
        <a:off x="2921507" y="2165692"/>
        <a:ext cx="5122664" cy="1314800"/>
      </dsp:txXfrm>
    </dsp:sp>
    <dsp:sp modelId="{8977370C-A049-4D0D-B4B8-36CE3BC12D0E}">
      <dsp:nvSpPr>
        <dsp:cNvPr id="0" name=""/>
        <dsp:cNvSpPr/>
      </dsp:nvSpPr>
      <dsp:spPr>
        <a:xfrm>
          <a:off x="0" y="1912432"/>
          <a:ext cx="2921508" cy="1821320"/>
        </a:xfrm>
        <a:prstGeom prst="roundRect">
          <a:avLst/>
        </a:prstGeom>
        <a:solidFill>
          <a:schemeClr val="accent2">
            <a:hueOff val="4681519"/>
            <a:satOff val="-5839"/>
            <a:lumOff val="1373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1920" tIns="60960" rIns="121920" bIns="6096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PT" sz="3200" kern="1200"/>
            <a:t>Dependências Python:</a:t>
          </a:r>
          <a:endParaRPr lang="en-US" sz="3200" kern="1200"/>
        </a:p>
      </dsp:txBody>
      <dsp:txXfrm>
        <a:off x="88910" y="2001342"/>
        <a:ext cx="2743688" cy="1643500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2442DB6-01B8-40B3-B6C2-CCEC7A611BBC}">
      <dsp:nvSpPr>
        <dsp:cNvPr id="0" name=""/>
        <dsp:cNvSpPr/>
      </dsp:nvSpPr>
      <dsp:spPr>
        <a:xfrm>
          <a:off x="3869027" y="1520622"/>
          <a:ext cx="2865987" cy="647615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490355"/>
              </a:lnTo>
              <a:lnTo>
                <a:pt x="2865987" y="490355"/>
              </a:lnTo>
              <a:lnTo>
                <a:pt x="2865987" y="647615"/>
              </a:lnTo>
            </a:path>
          </a:pathLst>
        </a:custGeom>
        <a:noFill/>
        <a:ln w="254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3ECA0DDF-B7DF-495F-9D35-6EE2A158AA0E}">
      <dsp:nvSpPr>
        <dsp:cNvPr id="0" name=""/>
        <dsp:cNvSpPr/>
      </dsp:nvSpPr>
      <dsp:spPr>
        <a:xfrm>
          <a:off x="3823307" y="1520622"/>
          <a:ext cx="91440" cy="647615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647615"/>
              </a:lnTo>
            </a:path>
          </a:pathLst>
        </a:custGeom>
        <a:noFill/>
        <a:ln w="254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E6EBD39A-955E-46BD-B529-8E7E834C1CF9}">
      <dsp:nvSpPr>
        <dsp:cNvPr id="0" name=""/>
        <dsp:cNvSpPr/>
      </dsp:nvSpPr>
      <dsp:spPr>
        <a:xfrm>
          <a:off x="1003056" y="1520622"/>
          <a:ext cx="2865970" cy="562532"/>
        </a:xfrm>
        <a:custGeom>
          <a:avLst/>
          <a:gdLst/>
          <a:ahLst/>
          <a:cxnLst/>
          <a:rect l="0" t="0" r="0" b="0"/>
          <a:pathLst>
            <a:path>
              <a:moveTo>
                <a:pt x="2865970" y="0"/>
              </a:moveTo>
              <a:lnTo>
                <a:pt x="2865970" y="405273"/>
              </a:lnTo>
              <a:lnTo>
                <a:pt x="0" y="405273"/>
              </a:lnTo>
              <a:lnTo>
                <a:pt x="0" y="562532"/>
              </a:lnTo>
            </a:path>
          </a:pathLst>
        </a:custGeom>
        <a:noFill/>
        <a:ln w="254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EBDEA08-C8FC-4E92-92C9-0B4BD493CA95}">
      <dsp:nvSpPr>
        <dsp:cNvPr id="0" name=""/>
        <dsp:cNvSpPr/>
      </dsp:nvSpPr>
      <dsp:spPr>
        <a:xfrm>
          <a:off x="5886225" y="333866"/>
          <a:ext cx="1697555" cy="107794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816B2C-54E9-4EA4-9D44-E1A56C194E9E}">
      <dsp:nvSpPr>
        <dsp:cNvPr id="0" name=""/>
        <dsp:cNvSpPr/>
      </dsp:nvSpPr>
      <dsp:spPr>
        <a:xfrm>
          <a:off x="6074842" y="513052"/>
          <a:ext cx="1697555" cy="107794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⚠️ </a:t>
          </a:r>
        </a:p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As ferramentas </a:t>
          </a:r>
          <a:r>
            <a:rPr lang="en-US" sz="1200" kern="1200" dirty="0" err="1"/>
            <a:t>incluem</a:t>
          </a:r>
          <a:r>
            <a:rPr lang="en-US" sz="1200" kern="1200" dirty="0"/>
            <a:t> testes de rede </a:t>
          </a:r>
          <a:r>
            <a:rPr lang="en-US" sz="1200" kern="1200" dirty="0" err="1"/>
            <a:t>ativos</a:t>
          </a:r>
          <a:r>
            <a:rPr lang="en-US" sz="1200" kern="1200" dirty="0"/>
            <a:t> e </a:t>
          </a:r>
          <a:r>
            <a:rPr lang="en-US" sz="1200" kern="1200" dirty="0" err="1"/>
            <a:t>simulações</a:t>
          </a:r>
          <a:r>
            <a:rPr lang="en-US" sz="1200" kern="1200" dirty="0"/>
            <a:t> de </a:t>
          </a:r>
          <a:r>
            <a:rPr lang="en-US" sz="1200" kern="1200" dirty="0" err="1"/>
            <a:t>ataque</a:t>
          </a:r>
          <a:endParaRPr lang="en-US" sz="1200" kern="1200" dirty="0"/>
        </a:p>
      </dsp:txBody>
      <dsp:txXfrm>
        <a:off x="6106414" y="544624"/>
        <a:ext cx="1634411" cy="1014804"/>
      </dsp:txXfrm>
    </dsp:sp>
    <dsp:sp modelId="{0110B6B8-7654-4EAE-8AD7-E34FC19B33D0}">
      <dsp:nvSpPr>
        <dsp:cNvPr id="0" name=""/>
        <dsp:cNvSpPr/>
      </dsp:nvSpPr>
      <dsp:spPr>
        <a:xfrm>
          <a:off x="154278" y="333866"/>
          <a:ext cx="1697555" cy="107794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73E264-18E1-4272-A050-05558D9A3FD3}">
      <dsp:nvSpPr>
        <dsp:cNvPr id="0" name=""/>
        <dsp:cNvSpPr/>
      </dsp:nvSpPr>
      <dsp:spPr>
        <a:xfrm>
          <a:off x="342895" y="513052"/>
          <a:ext cx="1697555" cy="107794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⚠️ </a:t>
          </a:r>
        </a:p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Uso NÃO AUTORIZADO é ILEGAL e ANTI-ÉTICO</a:t>
          </a:r>
        </a:p>
      </dsp:txBody>
      <dsp:txXfrm>
        <a:off x="374467" y="544624"/>
        <a:ext cx="1634411" cy="1014804"/>
      </dsp:txXfrm>
    </dsp:sp>
    <dsp:sp modelId="{A7EAD17C-9445-43E5-A766-ADA567F0F866}">
      <dsp:nvSpPr>
        <dsp:cNvPr id="0" name=""/>
        <dsp:cNvSpPr/>
      </dsp:nvSpPr>
      <dsp:spPr>
        <a:xfrm>
          <a:off x="3020249" y="442674"/>
          <a:ext cx="1697555" cy="107794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3CCD61-22DF-4053-A51A-B4D0D701A3F5}">
      <dsp:nvSpPr>
        <dsp:cNvPr id="0" name=""/>
        <dsp:cNvSpPr/>
      </dsp:nvSpPr>
      <dsp:spPr>
        <a:xfrm>
          <a:off x="3208866" y="621860"/>
          <a:ext cx="1697555" cy="107794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✅</a:t>
          </a:r>
        </a:p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 Use </a:t>
          </a:r>
          <a:r>
            <a:rPr lang="en-US" sz="1200" kern="1200" dirty="0" err="1"/>
            <a:t>apenas</a:t>
          </a:r>
          <a:r>
            <a:rPr lang="en-US" sz="1200" kern="1200" dirty="0"/>
            <a:t> </a:t>
          </a:r>
          <a:r>
            <a:rPr lang="en-US" sz="1200" kern="1200" dirty="0" err="1"/>
            <a:t>em</a:t>
          </a:r>
          <a:r>
            <a:rPr lang="en-US" sz="1200" kern="1200" dirty="0"/>
            <a:t>:</a:t>
          </a:r>
        </a:p>
      </dsp:txBody>
      <dsp:txXfrm>
        <a:off x="3240438" y="653432"/>
        <a:ext cx="1634411" cy="1014804"/>
      </dsp:txXfrm>
    </dsp:sp>
    <dsp:sp modelId="{5FC0C09F-7BFC-4543-A0D3-5D452F38A2E4}">
      <dsp:nvSpPr>
        <dsp:cNvPr id="0" name=""/>
        <dsp:cNvSpPr/>
      </dsp:nvSpPr>
      <dsp:spPr>
        <a:xfrm>
          <a:off x="154278" y="2083155"/>
          <a:ext cx="1697555" cy="107794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0515400-1F08-40E9-82DC-36DF5883D1E8}">
      <dsp:nvSpPr>
        <dsp:cNvPr id="0" name=""/>
        <dsp:cNvSpPr/>
      </dsp:nvSpPr>
      <dsp:spPr>
        <a:xfrm>
          <a:off x="342895" y="2262341"/>
          <a:ext cx="1697555" cy="107794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Ambientes isolados (máquinas virtuais, redes de teste)</a:t>
          </a:r>
        </a:p>
      </dsp:txBody>
      <dsp:txXfrm>
        <a:off x="374467" y="2293913"/>
        <a:ext cx="1634411" cy="1014804"/>
      </dsp:txXfrm>
    </dsp:sp>
    <dsp:sp modelId="{260F6C9A-DB89-485A-95C8-99897A5061B9}">
      <dsp:nvSpPr>
        <dsp:cNvPr id="0" name=""/>
        <dsp:cNvSpPr/>
      </dsp:nvSpPr>
      <dsp:spPr>
        <a:xfrm>
          <a:off x="3020249" y="2168237"/>
          <a:ext cx="1697555" cy="107794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B98EF0F-CAD3-4652-B62A-452CBC733F29}">
      <dsp:nvSpPr>
        <dsp:cNvPr id="0" name=""/>
        <dsp:cNvSpPr/>
      </dsp:nvSpPr>
      <dsp:spPr>
        <a:xfrm>
          <a:off x="3208866" y="2347424"/>
          <a:ext cx="1697555" cy="107794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Sistemas que você possui ou com autorização escrita</a:t>
          </a:r>
        </a:p>
      </dsp:txBody>
      <dsp:txXfrm>
        <a:off x="3240438" y="2378996"/>
        <a:ext cx="1634411" cy="1014804"/>
      </dsp:txXfrm>
    </dsp:sp>
    <dsp:sp modelId="{10FA82A8-E923-4C84-832D-0CE1756E38D6}">
      <dsp:nvSpPr>
        <dsp:cNvPr id="0" name=""/>
        <dsp:cNvSpPr/>
      </dsp:nvSpPr>
      <dsp:spPr>
        <a:xfrm>
          <a:off x="5886236" y="2168237"/>
          <a:ext cx="1697555" cy="1077948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6169307-4A32-4555-9E51-5E9A1DDC0F65}">
      <dsp:nvSpPr>
        <dsp:cNvPr id="0" name=""/>
        <dsp:cNvSpPr/>
      </dsp:nvSpPr>
      <dsp:spPr>
        <a:xfrm>
          <a:off x="6074853" y="2347424"/>
          <a:ext cx="1697555" cy="107794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Fins educacionais ou de pesquisa autorizada</a:t>
          </a:r>
        </a:p>
      </dsp:txBody>
      <dsp:txXfrm>
        <a:off x="6106425" y="2378996"/>
        <a:ext cx="1634411" cy="1014804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Process5">
  <dgm:title val=""/>
  <dgm:desc val=""/>
  <dgm:catLst>
    <dgm:cat type="process" pri="1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</dgm:cxnLst>
      <dgm:bg/>
      <dgm:whole/>
    </dgm:dataModel>
  </dgm:clrData>
  <dgm:layoutNode name="outerComposite">
    <dgm:varLst>
      <dgm:chMax val="5"/>
      <dgm:dir/>
      <dgm:resizeHandles val="exact"/>
    </dgm:varLst>
    <dgm:alg type="composite"/>
    <dgm:shape xmlns:r="http://schemas.openxmlformats.org/officeDocument/2006/relationships" r:blip="">
      <dgm:adjLst/>
    </dgm:shape>
    <dgm:presOf/>
    <dgm:choose name="Name0">
      <dgm:if name="Name1" func="var" arg="dir" op="equ" val="norm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l" for="ch" forName="TwoNodes_1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r" for="ch" forName="TwoNodes_2" refType="w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r" for="ch" forName="TwoConn_1-2" refType="r" refFor="ch" refForName="TwoNodes_1"/>
          <dgm:constr type="r" for="ch" forName="TwoNodes_1_text" refType="l" refFor="ch" refForName="TwoConn_1-2"/>
          <dgm:constr type="rOff" for="ch" forName="TwoNodes_1_text" refType="w" refFor="ch" refForName="TwoConn_1-2" fact="-0.5"/>
          <dgm:constr type="t" for="ch" forName="TwoNodes_1_text" refType="t" refFor="ch" refForName="TwoNodes_1"/>
          <dgm:constr type="b" for="ch" forName="TwoNodes_1_text" refType="b" refFor="ch" refForName="TwoNodes_1"/>
          <dgm:constr type="l" for="ch" forName="TwoNodes_1_text" refType="l" refFor="ch" refForName="TwoNodes_1"/>
          <dgm:constr type="r" for="ch" forName="TwoNodes_2_text" refType="l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l" for="ch" forName="TwoNodes_2_text" refType="l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l" for="ch" forName="ThreeNodes_1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r" for="ch" forName="ThreeNodes_3" refType="w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r" for="ch" forName="ThreeConn_1-2" refType="r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r" for="ch" forName="ThreeConn_2-3" refType="r" refFor="ch" refForName="ThreeNodes_2"/>
          <dgm:constr type="r" for="ch" forName="ThreeNodes_1_text" refType="l" refFor="ch" refForName="ThreeConn_1-2"/>
          <dgm:constr type="rOff" for="ch" forName="ThreeNodes_1_text" refType="w" refFor="ch" refForName="ThreeConn_1-2" fact="-0.57"/>
          <dgm:constr type="t" for="ch" forName="ThreeNodes_1_text" refType="t" refFor="ch" refForName="ThreeNodes_1"/>
          <dgm:constr type="b" for="ch" forName="ThreeNodes_1_text" refType="b" refFor="ch" refForName="ThreeNodes_1"/>
          <dgm:constr type="l" for="ch" forName="ThreeNodes_1_text" refType="l" refFor="ch" refForName="ThreeNodes_1"/>
          <dgm:constr type="r" for="ch" forName="ThreeNodes_2_text" refType="l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l" for="ch" forName="ThreeNodes_2_text" refType="l" refFor="ch" refForName="ThreeNodes_2"/>
          <dgm:constr type="r" for="ch" forName="ThreeNodes_3_text" refType="l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l" for="ch" forName="ThreeNodes_3_text" refType="l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l" for="ch" forName="FourNodes_1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467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533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r" for="ch" forName="FourNodes_4" refType="w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r" for="ch" forName="FourConn_1-2" refType="r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r" for="ch" forName="FourConn_2-3" refType="r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r" for="ch" forName="FourConn_3-4" refType="r" refFor="ch" refForName="FourNodes_3"/>
          <dgm:constr type="r" for="ch" forName="FourNodes_1_text" refType="l" refFor="ch" refForName="FourConn_1-2"/>
          <dgm:constr type="rOff" for="ch" forName="FourNodes_1_text" refType="w" refFor="ch" refForName="FourConn_1-2" fact="-0.7"/>
          <dgm:constr type="t" for="ch" forName="FourNodes_1_text" refType="t" refFor="ch" refForName="FourNodes_1"/>
          <dgm:constr type="b" for="ch" forName="FourNodes_1_text" refType="b" refFor="ch" refForName="FourNodes_1"/>
          <dgm:constr type="l" for="ch" forName="FourNodes_1_text" refType="l" refFor="ch" refForName="FourNodes_1"/>
          <dgm:constr type="r" for="ch" forName="FourNodes_2_text" refType="l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l" for="ch" forName="FourNodes_2_text" refType="l" refFor="ch" refForName="FourNodes_2"/>
          <dgm:constr type="r" for="ch" forName="FourNodes_3_text" refType="l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l" for="ch" forName="FourNodes_3_text" refType="l" refFor="ch" refForName="FourNodes_3"/>
          <dgm:constr type="r" for="ch" forName="FourNodes_4_text" refType="l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l" for="ch" forName="FourNodes_4_text" refType="l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l" for="ch" forName="FiveNodes_1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442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557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r" for="ch" forName="FiveNodes_5" refType="w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r" for="ch" forName="FiveConn_1-2" refType="r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r" for="ch" forName="FiveConn_2-3" refType="r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r" for="ch" forName="FiveConn_3-4" refType="r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r" for="ch" forName="FiveConn_4-5" refType="r" refFor="ch" refForName="FiveNodes_4"/>
          <dgm:constr type="r" for="ch" forName="FiveNodes_1_text" refType="l" refFor="ch" refForName="FiveConn_1-2"/>
          <dgm:constr type="rOff" for="ch" forName="FiveNodes_1_text" refType="w" refFor="ch" refForName="FiveConn_1-2" fact="-0.75"/>
          <dgm:constr type="t" for="ch" forName="FiveNodes_1_text" refType="t" refFor="ch" refForName="FiveNodes_1"/>
          <dgm:constr type="b" for="ch" forName="FiveNodes_1_text" refType="b" refFor="ch" refForName="FiveNodes_1"/>
          <dgm:constr type="l" for="ch" forName="FiveNodes_1_text" refType="l" refFor="ch" refForName="FiveNodes_1"/>
          <dgm:constr type="r" for="ch" forName="FiveNodes_2_text" refType="l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l" for="ch" forName="FiveNodes_2_text" refType="l" refFor="ch" refForName="FiveNodes_2"/>
          <dgm:constr type="r" for="ch" forName="FiveNodes_3_text" refType="l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l" for="ch" forName="FiveNodes_3_text" refType="l" refFor="ch" refForName="FiveNodes_3"/>
          <dgm:constr type="r" for="ch" forName="FiveNodes_4_text" refType="l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l" for="ch" forName="FiveNodes_4_text" refType="l" refFor="ch" refForName="FiveNodes_4"/>
          <dgm:constr type="r" for="ch" forName="FiveNodes_5_text" refType="l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l" for="ch" forName="FiveNodes_5_text" refType="l" refFor="ch" refForName="FiveNodes_5"/>
        </dgm:constrLst>
      </dgm:if>
      <dgm:else name="Name2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r" for="ch" forName="TwoNodes_1" refType="w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l" for="ch" forName="TwoNodes_2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l" for="ch" forName="TwoConn_1-2" refType="l" refFor="ch" refForName="TwoNodes_1"/>
          <dgm:constr type="l" for="ch" forName="TwoNodes_1_text" refType="r" refFor="ch" refForName="TwoConn_1-2"/>
          <dgm:constr type="lOff" for="ch" forName="TwoNodes_1_text" refType="w" refFor="ch" refForName="TwoConn_1-2" fact="0.5"/>
          <dgm:constr type="t" for="ch" forName="TwoNodes_1_text" refType="t" refFor="ch" refForName="TwoNodes_1"/>
          <dgm:constr type="b" for="ch" forName="TwoNodes_1_text" refType="b" refFor="ch" refForName="TwoNodes_1"/>
          <dgm:constr type="r" for="ch" forName="TwoNodes_1_text" refType="r" refFor="ch" refForName="TwoNodes_1"/>
          <dgm:constr type="l" for="ch" forName="TwoNodes_2_text" refType="r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r" for="ch" forName="TwoNodes_2_text" refType="r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r" for="ch" forName="ThreeNodes_1" refType="w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l" for="ch" forName="ThreeNodes_3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l" for="ch" forName="ThreeConn_1-2" refType="l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l" for="ch" forName="ThreeConn_2-3" refType="l" refFor="ch" refForName="ThreeNodes_2"/>
          <dgm:constr type="l" for="ch" forName="ThreeNodes_1_text" refType="r" refFor="ch" refForName="ThreeConn_1-2"/>
          <dgm:constr type="lOff" for="ch" forName="ThreeNodes_1_text" refType="w" refFor="ch" refForName="ThreeConn_1-2" fact="0.55"/>
          <dgm:constr type="t" for="ch" forName="ThreeNodes_1_text" refType="t" refFor="ch" refForName="ThreeNodes_1"/>
          <dgm:constr type="b" for="ch" forName="ThreeNodes_1_text" refType="b" refFor="ch" refForName="ThreeNodes_1"/>
          <dgm:constr type="r" for="ch" forName="ThreeNodes_1_text" refType="r" refFor="ch" refForName="ThreeNodes_1"/>
          <dgm:constr type="l" for="ch" forName="ThreeNodes_2_text" refType="r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r" for="ch" forName="ThreeNodes_2_text" refType="r" refFor="ch" refForName="ThreeNodes_2"/>
          <dgm:constr type="l" for="ch" forName="ThreeNodes_3_text" refType="r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r" for="ch" forName="ThreeNodes_3_text" refType="r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r" for="ch" forName="FourNodes_1" refType="w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533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467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l" for="ch" forName="FourNodes_4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l" for="ch" forName="FourConn_1-2" refType="l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l" for="ch" forName="FourConn_2-3" refType="l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l" for="ch" forName="FourConn_3-4" refType="l" refFor="ch" refForName="FourNodes_3"/>
          <dgm:constr type="l" for="ch" forName="FourNodes_1_text" refType="r" refFor="ch" refForName="FourConn_1-2"/>
          <dgm:constr type="lOff" for="ch" forName="FourNodes_1_text" refType="w" refFor="ch" refForName="FourConn_1-2" fact="0.69"/>
          <dgm:constr type="t" for="ch" forName="FourNodes_1_text" refType="t" refFor="ch" refForName="FourNodes_1"/>
          <dgm:constr type="b" for="ch" forName="FourNodes_1_text" refType="b" refFor="ch" refForName="FourNodes_1"/>
          <dgm:constr type="r" for="ch" forName="FourNodes_1_text" refType="r" refFor="ch" refForName="FourNodes_1"/>
          <dgm:constr type="l" for="ch" forName="FourNodes_2_text" refType="r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r" for="ch" forName="FourNodes_2_text" refType="r" refFor="ch" refForName="FourNodes_2"/>
          <dgm:constr type="l" for="ch" forName="FourNodes_3_text" refType="r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r" for="ch" forName="FourNodes_3_text" refType="r" refFor="ch" refForName="FourNodes_3"/>
          <dgm:constr type="l" for="ch" forName="FourNodes_4_text" refType="r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r" for="ch" forName="FourNodes_4_text" refType="r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r" for="ch" forName="FiveNodes_1" refType="w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557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442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l" for="ch" forName="FiveNodes_5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l" for="ch" forName="FiveConn_1-2" refType="l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l" for="ch" forName="FiveConn_2-3" refType="l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l" for="ch" forName="FiveConn_3-4" refType="l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l" for="ch" forName="FiveConn_4-5" refType="l" refFor="ch" refForName="FiveNodes_4"/>
          <dgm:constr type="l" for="ch" forName="FiveNodes_1_text" refType="r" refFor="ch" refForName="FiveConn_1-2"/>
          <dgm:constr type="lOff" for="ch" forName="FiveNodes_1_text" refType="w" refFor="ch" refForName="FiveConn_1-2" fact="0.73"/>
          <dgm:constr type="t" for="ch" forName="FiveNodes_1_text" refType="t" refFor="ch" refForName="FiveNodes_1"/>
          <dgm:constr type="b" for="ch" forName="FiveNodes_1_text" refType="b" refFor="ch" refForName="FiveNodes_1"/>
          <dgm:constr type="r" for="ch" forName="FiveNodes_1_text" refType="r" refFor="ch" refForName="FiveNodes_1"/>
          <dgm:constr type="l" for="ch" forName="FiveNodes_2_text" refType="r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r" for="ch" forName="FiveNodes_2_text" refType="r" refFor="ch" refForName="FiveNodes_2"/>
          <dgm:constr type="l" for="ch" forName="FiveNodes_3_text" refType="r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r" for="ch" forName="FiveNodes_3_text" refType="r" refFor="ch" refForName="FiveNodes_3"/>
          <dgm:constr type="l" for="ch" forName="FiveNodes_4_text" refType="r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r" for="ch" forName="FiveNodes_4_text" refType="r" refFor="ch" refForName="FiveNodes_4"/>
          <dgm:constr type="l" for="ch" forName="FiveNodes_5_text" refType="r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r" for="ch" forName="FiveNodes_5_text" refType="r" refFor="ch" refForName="FiveNodes_5"/>
        </dgm:constrLst>
      </dgm:else>
    </dgm:choose>
    <dgm:ruleLst/>
    <dgm:layoutNode name="dummyMaxCanvas">
      <dgm:varLst/>
      <dgm:alg type="sp"/>
      <dgm:shape xmlns:r="http://schemas.openxmlformats.org/officeDocument/2006/relationships" r:blip="">
        <dgm:adjLst/>
      </dgm:shape>
      <dgm:presOf/>
      <dgm:constrLst/>
      <dgm:ruleLst/>
    </dgm:layoutNode>
    <dgm:choose name="Name3">
      <dgm:if name="Name4" axis="ch" ptType="node" func="cnt" op="equ" val="1">
        <dgm:layoutNode name="OneNode_1">
          <dgm:varLst>
            <dgm:bulletEnabled val="1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ch desOrSelf" ptType="node node" st="1 1" cnt="1 0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5">
        <dgm:choose name="Name6">
          <dgm:if name="Name7" axis="ch" ptType="node" func="cnt" op="equ" val="2">
            <dgm:layoutNode name="TwoNodes_1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1 1" cnt="1 0"/>
              <dgm:constrLst/>
              <dgm:ruleLst/>
            </dgm:layoutNode>
            <dgm:layoutNode name="TwoNodes_2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2 1" cnt="1 0"/>
              <dgm:constrLst/>
              <dgm:ruleLst/>
            </dgm:layoutNode>
            <dgm:layoutNode name="TwoConn_1-2" styleLbl="fgAccFollowNode1">
              <dgm:varLst>
                <dgm:bulletEnabled val="1"/>
              </dgm:varLst>
              <dgm:alg type="tx"/>
              <dgm:shape xmlns:r="http://schemas.openxmlformats.org/officeDocument/2006/relationships" type="downArrow" r:blip="">
                <dgm:adjLst>
                  <dgm:adj idx="1" val="0.55"/>
                  <dgm:adj idx="2" val="0.45"/>
                </dgm:adjLst>
              </dgm:shape>
              <dgm:presOf axis="ch" ptType="sibTrans" cnt="1"/>
              <dgm:constrLst>
                <dgm:constr type="lMarg" refType="primFontSz" fact="0.1"/>
                <dgm:constr type="rMarg" refType="primFontSz" fact="0.1"/>
                <dgm:constr type="tMarg" refType="primFontSz" fact="0.1"/>
                <dgm:constr type="bMarg" refType="primFontSz" fact="0.1"/>
              </dgm:constrLst>
              <dgm:ruleLst>
                <dgm:rule type="primFontSz" val="5" fact="NaN" max="NaN"/>
              </dgm:ruleLst>
            </dgm:layoutNode>
            <dgm:layoutNode name="TwoNodes_1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1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  <dgm:layoutNode name="TwoNodes_2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2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</dgm:if>
          <dgm:else name="Name8">
            <dgm:choose name="Name9">
              <dgm:if name="Name10" axis="ch" ptType="node" func="cnt" op="equ" val="3">
                <dgm:layoutNode name="ThreeNodes_1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1 1" cnt="1 0"/>
                  <dgm:constrLst/>
                  <dgm:ruleLst/>
                </dgm:layoutNode>
                <dgm:layoutNode name="ThreeNodes_2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2 1" cnt="1 0"/>
                  <dgm:constrLst/>
                  <dgm:ruleLst/>
                </dgm:layoutNode>
                <dgm:layoutNode name="ThreeNodes_3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3 1" cnt="1 0"/>
                  <dgm:constrLst/>
                  <dgm:ruleLst/>
                </dgm:layoutNode>
                <dgm:layoutNode name="ThreeConn_1-2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Conn_2-3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st="2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Nodes_1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1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2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2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3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3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</dgm:if>
              <dgm:else name="Name11">
                <dgm:choose name="Name12">
                  <dgm:if name="Name13" axis="ch" ptType="node" func="cnt" op="equ" val="4">
                    <dgm:layoutNode name="FourNodes_1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/>
                      <dgm:ruleLst/>
                    </dgm:layoutNode>
                    <dgm:layoutNode name="FourNodes_2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/>
                      <dgm:ruleLst/>
                    </dgm:layoutNode>
                    <dgm:layoutNode name="FourNodes_3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/>
                      <dgm:ruleLst/>
                    </dgm:layoutNode>
                    <dgm:layoutNode name="FourNodes_4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/>
                      <dgm:ruleLst/>
                    </dgm:layoutNode>
                    <dgm:layoutNode name="FourConn_1-2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2-3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2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3-4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3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1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2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3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4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if>
                  <dgm:else name="Name14">
                    <dgm:choose name="Name15">
                      <dgm:if name="Name16" axis="ch" ptType="node" func="cnt" op="gte" val="5">
                        <dgm:layoutNode name="FiveNodes_1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/>
                          <dgm:ruleLst/>
                        </dgm:layoutNode>
                        <dgm:layoutNode name="FiveNodes_2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/>
                          <dgm:ruleLst/>
                        </dgm:layoutNode>
                        <dgm:layoutNode name="FiveNodes_3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/>
                          <dgm:ruleLst/>
                        </dgm:layoutNode>
                        <dgm:layoutNode name="FiveNodes_4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/>
                          <dgm:ruleLst/>
                        </dgm:layoutNode>
                        <dgm:layoutNode name="FiveNodes_5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/>
                          <dgm:ruleLst/>
                        </dgm:layoutNode>
                        <dgm:layoutNode name="FiveConn_1-2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2-3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2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3-4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3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4-5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4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1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2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3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4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5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</dgm:if>
                      <dgm:else name="Name17"/>
                    </dgm:choose>
                  </dgm:else>
                </dgm:choose>
              </dgm:else>
            </dgm:choose>
          </dgm:else>
        </dgm:choose>
      </dgm:else>
    </dgm:choose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default">
  <dgm:title val=""/>
  <dgm:desc val=""/>
  <dgm:catLst>
    <dgm:cat type="list" pri="4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diagram">
    <dgm:varLst>
      <dgm:dir/>
      <dgm:resizeHandles val="exact"/>
    </dgm:varLst>
    <dgm:choose name="Name0">
      <dgm:if name="Name1" func="var" arg="dir" op="equ" val="norm">
        <dgm:alg type="snake">
          <dgm:param type="grDir" val="tL"/>
          <dgm:param type="flowDir" val="row"/>
          <dgm:param type="contDir" val="sameDir"/>
          <dgm:param type="off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node" refType="w"/>
      <dgm:constr type="h" for="ch" forName="node" refType="w" refFor="ch" refForName="node" fact="0.6"/>
      <dgm:constr type="w" for="ch" forName="sibTrans" refType="w" refFor="ch" refForName="node" fact="0.1"/>
      <dgm:constr type="sp" refType="w" refFor="ch" refForName="sibTrans"/>
      <dgm:constr type="primFontSz" for="ch" forName="node" op="equ" val="65"/>
    </dgm:constrLst>
    <dgm:ruleLst/>
    <dgm:forEach name="Name3" axis="ch" ptType="node">
      <dgm:layoutNode name="node">
        <dgm:varLst>
          <dgm:bulletEnabled val="1"/>
        </dgm:varLst>
        <dgm:alg type="tx"/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3"/>
          <dgm:constr type="rMarg" refType="primFontSz" fact="0.3"/>
          <dgm:constr type="tMarg" refType="primFontSz" fact="0.3"/>
          <dgm:constr type="bMarg" refType="primFontSz" fact="0.3"/>
        </dgm:constrLst>
        <dgm:ruleLst>
          <dgm:rule type="primFontSz" val="5" fact="NaN" max="NaN"/>
        </dgm:ruleLst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2/6/2026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2/6/2026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2/6/2026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2/6/2026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2/6/2026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2/6/2026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2/6/2026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2/6/2026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2/6/2026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2/6/2026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2/6/2026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2/6/2026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460D47-75CD-497D-BC88-FA41997D2E4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1"/>
            <a:ext cx="9143998" cy="6858001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9009592-A5E6-4C28-98E1-2066732DDB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40D59619-E7E2-49E5-B842-23F79868B4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E6A0E474-BC1B-4020-8F1C-5DB17CF64A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1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74295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857249" y="1676401"/>
            <a:ext cx="508635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defRPr sz="6000" b="1">
                <a:solidFill>
                  <a:srgbClr val="FFFFFF"/>
                </a:solidFill>
              </a:defRPr>
            </a:pPr>
            <a:r>
              <a:rPr lang="en-US" sz="60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CYBER-TOOLBOX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857249" y="3429000"/>
            <a:ext cx="5086350" cy="1752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defTabSz="914400">
              <a:lnSpc>
                <a:spcPct val="90000"/>
              </a:lnSpc>
              <a:spcBef>
                <a:spcPts val="1000"/>
              </a:spcBef>
              <a:defRPr sz="2800">
                <a:solidFill>
                  <a:srgbClr val="6496C8"/>
                </a:solidFill>
              </a:defRPr>
            </a:pPr>
            <a:r>
              <a:rPr lang="en-US" sz="2800" kern="1200">
                <a:solidFill>
                  <a:schemeClr val="tx1">
                    <a:alpha val="55000"/>
                  </a:schemeClr>
                </a:solidFill>
                <a:latin typeface="+mn-lt"/>
                <a:ea typeface="+mn-ea"/>
                <a:cs typeface="+mn-cs"/>
              </a:rPr>
              <a:t>Aplicação de Cibersegurança</a:t>
            </a:r>
            <a:br>
              <a:rPr lang="en-US" sz="2800" kern="1200">
                <a:solidFill>
                  <a:schemeClr val="tx1">
                    <a:alpha val="55000"/>
                  </a:schemeClr>
                </a:solidFill>
                <a:latin typeface="+mn-lt"/>
                <a:ea typeface="+mn-ea"/>
                <a:cs typeface="+mn-cs"/>
              </a:rPr>
            </a:br>
            <a:r>
              <a:rPr lang="en-US" sz="2800" kern="1200">
                <a:solidFill>
                  <a:schemeClr val="tx1">
                    <a:alpha val="55000"/>
                  </a:schemeClr>
                </a:solidFill>
                <a:latin typeface="+mn-lt"/>
                <a:ea typeface="+mn-ea"/>
                <a:cs typeface="+mn-cs"/>
              </a:rPr>
              <a:t>Martinho Caeiro (23917)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57250" y="1676400"/>
            <a:ext cx="2857500" cy="350520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vert="horz" lIns="91440" tIns="45720" rIns="91440" bIns="45720" rtlCol="0" anchor="t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defRPr sz="4400" b="1">
                <a:solidFill>
                  <a:srgbClr val="FFFFFF"/>
                </a:solidFill>
              </a:defRPr>
            </a:pPr>
            <a:r>
              <a:rPr lang="en-US" sz="35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O </a:t>
            </a:r>
            <a:r>
              <a:rPr lang="en-US" sz="3500" kern="1200" dirty="0" err="1">
                <a:solidFill>
                  <a:schemeClr val="tx1"/>
                </a:solidFill>
                <a:latin typeface="+mj-lt"/>
                <a:ea typeface="+mj-ea"/>
                <a:cs typeface="+mj-cs"/>
              </a:rPr>
              <a:t>que</a:t>
            </a:r>
            <a:r>
              <a:rPr lang="en-US" sz="35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 é Cyber-Toolbox?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886203" y="1676400"/>
            <a:ext cx="4229097" cy="3505200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/>
          <a:p>
            <a:pPr indent="-228600" defTabSz="91440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Font typeface="Arial" panose="020B0604020202020204" pitchFamily="34" charset="0"/>
              <a:buChar char="•"/>
              <a:defRPr sz="2000">
                <a:solidFill>
                  <a:srgbClr val="323232"/>
                </a:solidFill>
              </a:defRPr>
            </a:pP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Uma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coleção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utilitários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cibersegurança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implementados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em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Python</a:t>
            </a:r>
          </a:p>
          <a:p>
            <a:pPr indent="-228600" defTabSz="91440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Font typeface="Arial" panose="020B0604020202020204" pitchFamily="34" charset="0"/>
              <a:buChar char="•"/>
              <a:defRPr sz="2000">
                <a:solidFill>
                  <a:srgbClr val="323232"/>
                </a:solidFill>
              </a:defRPr>
            </a:pP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Desenvolvido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como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projeto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do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curso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de "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Linguagens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Programação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Dinâmica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"</a:t>
            </a:r>
          </a:p>
          <a:p>
            <a:pPr indent="-228600" defTabSz="91440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Font typeface="Arial" panose="020B0604020202020204" pitchFamily="34" charset="0"/>
              <a:buChar char="•"/>
              <a:defRPr sz="2000">
                <a:solidFill>
                  <a:srgbClr val="323232"/>
                </a:solidFill>
              </a:defRPr>
            </a:pP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Interface de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linha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comando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(CLI) simples e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intuitiva</a:t>
            </a:r>
            <a:endParaRPr lang="en-US" dirty="0">
              <a:solidFill>
                <a:schemeClr val="tx1">
                  <a:alpha val="55000"/>
                </a:schemeClr>
              </a:solidFill>
            </a:endParaRPr>
          </a:p>
          <a:p>
            <a:pPr indent="-228600" defTabSz="91440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Font typeface="Arial" panose="020B0604020202020204" pitchFamily="34" charset="0"/>
              <a:buChar char="•"/>
              <a:defRPr sz="2000">
                <a:solidFill>
                  <a:srgbClr val="323232"/>
                </a:solidFill>
              </a:defRPr>
            </a:pP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Ferramentas de teste de rede e testes de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segurança</a:t>
            </a:r>
            <a:endParaRPr lang="en-US" dirty="0">
              <a:solidFill>
                <a:schemeClr val="tx1">
                  <a:alpha val="55000"/>
                </a:schemeClr>
              </a:solidFill>
            </a:endParaRPr>
          </a:p>
          <a:p>
            <a:pPr indent="-228600" defTabSz="91440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Font typeface="Arial" panose="020B0604020202020204" pitchFamily="34" charset="0"/>
              <a:buChar char="•"/>
              <a:defRPr sz="2000">
                <a:solidFill>
                  <a:srgbClr val="323232"/>
                </a:solidFill>
              </a:defRPr>
            </a:pP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Código modular e </a:t>
            </a:r>
            <a:r>
              <a:rPr lang="en-US" dirty="0" err="1">
                <a:solidFill>
                  <a:schemeClr val="tx1">
                    <a:alpha val="55000"/>
                  </a:schemeClr>
                </a:solidFill>
              </a:rPr>
              <a:t>extensível</a:t>
            </a:r>
            <a:endParaRPr lang="en-US" dirty="0">
              <a:solidFill>
                <a:schemeClr val="tx1">
                  <a:alpha val="55000"/>
                </a:schemeClr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1" name="Rectangle 20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57250" y="1676400"/>
            <a:ext cx="2857500" cy="350520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vert="horz" lIns="91440" tIns="45720" rIns="91440" bIns="45720" rtlCol="0" anchor="t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defRPr sz="4400" b="1">
                <a:solidFill>
                  <a:srgbClr val="FFFFFF"/>
                </a:solidFill>
              </a:defRPr>
            </a:pPr>
            <a:r>
              <a:rPr lang="en-US" sz="35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Ferramentas Disponíveis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927076" y="2227006"/>
            <a:ext cx="4229097" cy="3505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marL="114300" indent="-342900" defTabSz="91440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Font typeface="+mj-lt"/>
              <a:buAutoNum type="arabicPeriod"/>
              <a:defRPr sz="2000">
                <a:solidFill>
                  <a:srgbClr val="323232"/>
                </a:solidFill>
              </a:defRPr>
            </a:pP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Port Scanner -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Varredura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portas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de rede</a:t>
            </a:r>
          </a:p>
          <a:p>
            <a:pPr marL="114300" indent="-342900" defTabSz="91440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Font typeface="+mj-lt"/>
              <a:buAutoNum type="arabicPeriod"/>
              <a:defRPr sz="2000">
                <a:solidFill>
                  <a:srgbClr val="323232"/>
                </a:solidFill>
              </a:defRPr>
            </a:pP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UDP Flooder -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Simulação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ataque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inundação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UDP</a:t>
            </a:r>
          </a:p>
          <a:p>
            <a:pPr marL="114300" indent="-342900" defTabSz="91440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Font typeface="+mj-lt"/>
              <a:buAutoNum type="arabicPeriod"/>
              <a:defRPr sz="2000">
                <a:solidFill>
                  <a:srgbClr val="323232"/>
                </a:solidFill>
              </a:defRPr>
            </a:pP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SYN Flooder -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Simulação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ataque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inundação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SYN</a:t>
            </a:r>
          </a:p>
          <a:p>
            <a:pPr marL="114300" indent="-342900" defTabSz="91440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Font typeface="+mj-lt"/>
              <a:buAutoNum type="arabicPeriod"/>
              <a:defRPr sz="2000">
                <a:solidFill>
                  <a:srgbClr val="323232"/>
                </a:solidFill>
              </a:defRPr>
            </a:pP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Log Analyzer -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Análise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e parsing de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ficheiros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de log</a:t>
            </a:r>
          </a:p>
          <a:p>
            <a:pPr marL="114300" indent="-342900" defTabSz="91440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Font typeface="+mj-lt"/>
              <a:buAutoNum type="arabicPeriod"/>
              <a:defRPr sz="2000">
                <a:solidFill>
                  <a:srgbClr val="323232"/>
                </a:solidFill>
              </a:defRPr>
            </a:pP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Port Knocker -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Utilitário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de port knocking</a:t>
            </a:r>
          </a:p>
          <a:p>
            <a:pPr marL="114300" indent="-342900" defTabSz="91440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Font typeface="+mj-lt"/>
              <a:buAutoNum type="arabicPeriod"/>
              <a:defRPr sz="2000">
                <a:solidFill>
                  <a:srgbClr val="323232"/>
                </a:solidFill>
              </a:defRPr>
            </a:pP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Password Manager -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Gestão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segura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sz="1300" dirty="0" err="1">
                <a:solidFill>
                  <a:schemeClr val="tx1">
                    <a:alpha val="55000"/>
                  </a:schemeClr>
                </a:solidFill>
              </a:rPr>
              <a:t>palavras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-passe</a:t>
            </a: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5314994-6337-4875-8CF5-652CAFE834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1"/>
            <a:ext cx="9143998" cy="42672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3A2D4D6-D501-439A-9FC6-397879C465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CD20BAA-1998-4EBB-AD61-13A92072EC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449A6C7-D15F-4AA5-BFA5-71A404B470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457201"/>
            <a:ext cx="8458200" cy="5943598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57250" y="990599"/>
            <a:ext cx="7429500" cy="68580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vert="horz" lIns="91440" tIns="45720" rIns="91440" bIns="45720" rtlCol="0" anchor="t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defRPr sz="4400" b="1">
                <a:solidFill>
                  <a:srgbClr val="FFFFFF"/>
                </a:solidFill>
              </a:defRPr>
            </a:pPr>
            <a:r>
              <a:rPr lang="en-US" sz="35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Port Scanner</a:t>
            </a:r>
          </a:p>
        </p:txBody>
      </p:sp>
      <p:graphicFrame>
        <p:nvGraphicFramePr>
          <p:cNvPr id="5" name="TextBox 2">
            <a:extLst>
              <a:ext uri="{FF2B5EF4-FFF2-40B4-BE49-F238E27FC236}">
                <a16:creationId xmlns:a16="http://schemas.microsoft.com/office/drawing/2014/main" id="{31AB2740-060D-7DBB-E1CC-BBD35ECF04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1615261"/>
              </p:ext>
            </p:extLst>
          </p:nvPr>
        </p:nvGraphicFramePr>
        <p:xfrm>
          <a:off x="514350" y="2137228"/>
          <a:ext cx="8115300" cy="37337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5314994-6337-4875-8CF5-652CAFE834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1"/>
            <a:ext cx="9143998" cy="42672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3A2D4D6-D501-439A-9FC6-397879C465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CD20BAA-1998-4EBB-AD61-13A92072EC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449A6C7-D15F-4AA5-BFA5-71A404B470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457201"/>
            <a:ext cx="8458200" cy="5943598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57250" y="990599"/>
            <a:ext cx="7429500" cy="68580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vert="horz" lIns="91440" tIns="45720" rIns="91440" bIns="45720" rtlCol="0" anchor="t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defRPr sz="4400" b="1">
                <a:solidFill>
                  <a:srgbClr val="FFFFFF"/>
                </a:solidFill>
              </a:defRPr>
            </a:pPr>
            <a:r>
              <a:rPr lang="en-US" sz="35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UDP &amp; SYN Flooder</a:t>
            </a:r>
          </a:p>
        </p:txBody>
      </p:sp>
      <p:graphicFrame>
        <p:nvGraphicFramePr>
          <p:cNvPr id="5" name="TextBox 2">
            <a:extLst>
              <a:ext uri="{FF2B5EF4-FFF2-40B4-BE49-F238E27FC236}">
                <a16:creationId xmlns:a16="http://schemas.microsoft.com/office/drawing/2014/main" id="{52A349CD-9332-395F-FEF9-5CEED023F2A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17796702"/>
              </p:ext>
            </p:extLst>
          </p:nvPr>
        </p:nvGraphicFramePr>
        <p:xfrm>
          <a:off x="514350" y="2137228"/>
          <a:ext cx="8115300" cy="37337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57250" y="1676400"/>
            <a:ext cx="2857500" cy="350520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vert="horz" lIns="91440" tIns="45720" rIns="91440" bIns="45720" rtlCol="0" anchor="t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defRPr sz="4000" b="1">
                <a:solidFill>
                  <a:srgbClr val="FFFFFF"/>
                </a:solidFill>
              </a:defRPr>
            </a:pPr>
            <a:r>
              <a:rPr lang="en-US" sz="35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Log Analyzer &amp; Port Knocker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886203" y="1676400"/>
            <a:ext cx="4229097" cy="3505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/>
          <a:p>
            <a:pPr marL="285750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Log Analyzer:</a:t>
            </a:r>
          </a:p>
          <a:p>
            <a:pPr marL="742950" lvl="1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Parse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ficheiros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de log</a:t>
            </a:r>
          </a:p>
          <a:p>
            <a:pPr marL="742950" lvl="1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Análise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padrões</a:t>
            </a:r>
            <a:endParaRPr lang="en-US" sz="1100" dirty="0">
              <a:solidFill>
                <a:schemeClr val="tx1">
                  <a:alpha val="55000"/>
                </a:schemeClr>
              </a:solidFill>
            </a:endParaRPr>
          </a:p>
          <a:p>
            <a:pPr marL="742950" lvl="1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Identificação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eventos</a:t>
            </a:r>
            <a:endParaRPr lang="en-US" sz="1100" dirty="0">
              <a:solidFill>
                <a:schemeClr val="tx1">
                  <a:alpha val="55000"/>
                </a:schemeClr>
              </a:solidFill>
            </a:endParaRPr>
          </a:p>
          <a:p>
            <a:pPr marL="742950" lvl="1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Suporta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múltiplos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formatos</a:t>
            </a:r>
            <a:endParaRPr lang="en-US" sz="1100" dirty="0">
              <a:solidFill>
                <a:schemeClr val="tx1">
                  <a:alpha val="55000"/>
                </a:schemeClr>
              </a:solidFill>
            </a:endParaRPr>
          </a:p>
          <a:p>
            <a:pPr marL="742950" lvl="1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Geração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relatórios</a:t>
            </a:r>
            <a:endParaRPr lang="en-US" sz="1100" dirty="0">
              <a:solidFill>
                <a:schemeClr val="tx1">
                  <a:alpha val="55000"/>
                </a:schemeClr>
              </a:solidFill>
            </a:endParaRPr>
          </a:p>
          <a:p>
            <a:pPr marL="742950" lvl="1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endParaRPr lang="en-US" sz="1100" dirty="0">
              <a:solidFill>
                <a:schemeClr val="tx1">
                  <a:alpha val="55000"/>
                </a:schemeClr>
              </a:solidFill>
            </a:endParaRPr>
          </a:p>
          <a:p>
            <a:pPr marL="285750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Port Knocker:</a:t>
            </a:r>
          </a:p>
          <a:p>
            <a:pPr marL="742950" lvl="1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Implementa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técnica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de port knocking</a:t>
            </a:r>
          </a:p>
          <a:p>
            <a:pPr marL="742950" lvl="1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Sequência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de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portas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configuráveis</a:t>
            </a:r>
            <a:endParaRPr lang="en-US" sz="1100" dirty="0">
              <a:solidFill>
                <a:schemeClr val="tx1">
                  <a:alpha val="55000"/>
                </a:schemeClr>
              </a:solidFill>
            </a:endParaRPr>
          </a:p>
          <a:p>
            <a:pPr marL="742950" lvl="1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Acesso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controlado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a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serviços</a:t>
            </a:r>
            <a:endParaRPr lang="en-US" sz="1100" dirty="0">
              <a:solidFill>
                <a:schemeClr val="tx1">
                  <a:alpha val="55000"/>
                </a:schemeClr>
              </a:solidFill>
            </a:endParaRPr>
          </a:p>
          <a:p>
            <a:pPr marL="742950" lvl="1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Segurança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por</a:t>
            </a: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obscuridade</a:t>
            </a:r>
            <a:endParaRPr lang="en-US" sz="1100" dirty="0">
              <a:solidFill>
                <a:schemeClr val="tx1">
                  <a:alpha val="55000"/>
                </a:schemeClr>
              </a:solidFill>
            </a:endParaRPr>
          </a:p>
          <a:p>
            <a:pPr marL="742950" lvl="1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r>
              <a:rPr lang="en-US" sz="1100" dirty="0">
                <a:solidFill>
                  <a:schemeClr val="tx1">
                    <a:alpha val="55000"/>
                  </a:schemeClr>
                </a:solidFill>
              </a:rPr>
              <a:t>Ideal para redes </a:t>
            </a:r>
            <a:r>
              <a:rPr lang="en-US" sz="1100" dirty="0" err="1">
                <a:solidFill>
                  <a:schemeClr val="tx1">
                    <a:alpha val="55000"/>
                  </a:schemeClr>
                </a:solidFill>
              </a:rPr>
              <a:t>seguras</a:t>
            </a:r>
            <a:endParaRPr lang="en-US" sz="1100" dirty="0">
              <a:solidFill>
                <a:schemeClr val="tx1">
                  <a:alpha val="55000"/>
                </a:schemeClr>
              </a:solidFill>
            </a:endParaRPr>
          </a:p>
          <a:p>
            <a:pPr lvl="1" indent="-228600" defTabSz="914400">
              <a:lnSpc>
                <a:spcPct val="90000"/>
              </a:lnSpc>
              <a:spcAft>
                <a:spcPts val="1000"/>
              </a:spcAft>
              <a:buFont typeface="Arial" panose="020B0604020202020204" pitchFamily="34" charset="0"/>
              <a:buChar char="•"/>
              <a:defRPr sz="1800">
                <a:solidFill>
                  <a:srgbClr val="323232"/>
                </a:solidFill>
              </a:defRPr>
            </a:pPr>
            <a:endParaRPr lang="en-US" sz="80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5314994-6337-4875-8CF5-652CAFE834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1"/>
            <a:ext cx="9143998" cy="4267200"/>
            <a:chOff x="7467600" y="0"/>
            <a:chExt cx="4724400" cy="6858000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B3A2D4D6-D501-439A-9FC6-397879C465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5CD20BAA-1998-4EBB-AD61-13A92072EC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449A6C7-D15F-4AA5-BFA5-71A404B470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5" name="Rectangle 34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457201"/>
            <a:ext cx="8458200" cy="5943598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57250" y="990599"/>
            <a:ext cx="7429500" cy="68580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vert="horz" lIns="91440" tIns="45720" rIns="91440" bIns="45720" rtlCol="0" anchor="t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defRPr sz="4400" b="1">
                <a:solidFill>
                  <a:srgbClr val="FFFFFF"/>
                </a:solidFill>
              </a:defRPr>
            </a:pPr>
            <a:r>
              <a:rPr lang="en-US" sz="35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Password Manager</a:t>
            </a:r>
          </a:p>
        </p:txBody>
      </p:sp>
      <p:graphicFrame>
        <p:nvGraphicFramePr>
          <p:cNvPr id="5" name="TextBox 2">
            <a:extLst>
              <a:ext uri="{FF2B5EF4-FFF2-40B4-BE49-F238E27FC236}">
                <a16:creationId xmlns:a16="http://schemas.microsoft.com/office/drawing/2014/main" id="{81B0096C-2495-BBCA-3EF7-328833B20F7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50252595"/>
              </p:ext>
            </p:extLst>
          </p:nvPr>
        </p:nvGraphicFramePr>
        <p:xfrm>
          <a:off x="514350" y="2137228"/>
          <a:ext cx="8115300" cy="37337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5314994-6337-4875-8CF5-652CAFE834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1"/>
            <a:ext cx="9143998" cy="42672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3A2D4D6-D501-439A-9FC6-397879C465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CD20BAA-1998-4EBB-AD61-13A92072EC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449A6C7-D15F-4AA5-BFA5-71A404B470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457201"/>
            <a:ext cx="8458200" cy="5943598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57250" y="990599"/>
            <a:ext cx="7429500" cy="68580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vert="horz" lIns="91440" tIns="45720" rIns="91440" bIns="45720" rtlCol="0" anchor="t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defRPr sz="4000" b="1">
                <a:solidFill>
                  <a:srgbClr val="FFFFFF"/>
                </a:solidFill>
              </a:defRPr>
            </a:pPr>
            <a:r>
              <a:rPr lang="en-US" sz="35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Requisitos do Sistema</a:t>
            </a:r>
          </a:p>
        </p:txBody>
      </p:sp>
      <p:graphicFrame>
        <p:nvGraphicFramePr>
          <p:cNvPr id="5" name="TextBox 2">
            <a:extLst>
              <a:ext uri="{FF2B5EF4-FFF2-40B4-BE49-F238E27FC236}">
                <a16:creationId xmlns:a16="http://schemas.microsoft.com/office/drawing/2014/main" id="{C26FBE3F-CFC1-6AEC-5AE8-DD7575E7E5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19992657"/>
              </p:ext>
            </p:extLst>
          </p:nvPr>
        </p:nvGraphicFramePr>
        <p:xfrm>
          <a:off x="514350" y="2137228"/>
          <a:ext cx="8115300" cy="37337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5314994-6337-4875-8CF5-652CAFE834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1"/>
            <a:ext cx="9143998" cy="42672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3A2D4D6-D501-439A-9FC6-397879C465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CD20BAA-1998-4EBB-AD61-13A92072EC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449A6C7-D15F-4AA5-BFA5-71A404B470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457201"/>
            <a:ext cx="8458200" cy="5943598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57250" y="990599"/>
            <a:ext cx="7429500" cy="68580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vert="horz" lIns="91440" tIns="45720" rIns="91440" bIns="45720" rtlCol="0" anchor="t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defRPr sz="4400" b="1">
                <a:solidFill>
                  <a:srgbClr val="FFFFFF"/>
                </a:solidFill>
              </a:defRPr>
            </a:pPr>
            <a:r>
              <a:rPr lang="en-US" sz="35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Aviso Legal e </a:t>
            </a:r>
            <a:r>
              <a:rPr lang="en-US" sz="3500" kern="1200" dirty="0" err="1">
                <a:solidFill>
                  <a:schemeClr val="tx1"/>
                </a:solidFill>
                <a:latin typeface="+mj-lt"/>
                <a:ea typeface="+mj-ea"/>
                <a:cs typeface="+mj-cs"/>
              </a:rPr>
              <a:t>Ético</a:t>
            </a:r>
            <a:endParaRPr lang="en-US" sz="3500" kern="1200" dirty="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5" name="TextBox 2">
            <a:extLst>
              <a:ext uri="{FF2B5EF4-FFF2-40B4-BE49-F238E27FC236}">
                <a16:creationId xmlns:a16="http://schemas.microsoft.com/office/drawing/2014/main" id="{12BDDB4F-EC88-0F3E-53C7-024BBCC0EA7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87147974"/>
              </p:ext>
            </p:extLst>
          </p:nvPr>
        </p:nvGraphicFramePr>
        <p:xfrm>
          <a:off x="514350" y="2137228"/>
          <a:ext cx="8115300" cy="37337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48AD622-47DA-4DAB-8919-38C9E3D56B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1"/>
            <a:ext cx="9143998" cy="6858001"/>
            <a:chOff x="7467600" y="0"/>
            <a:chExt cx="4724400" cy="6858000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74BC19D-9B3F-4430-8A40-F16196F3E8C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16A0A55-158F-43F6-9D53-1907B96330A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7429B77-EF9C-4D1C-9938-45ACFEDD132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1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371600" y="990600"/>
            <a:ext cx="7429499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171700" y="1676400"/>
            <a:ext cx="6115050" cy="25908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 algn="ctr"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defRPr sz="6000" b="1">
                <a:solidFill>
                  <a:srgbClr val="FFFFFF"/>
                </a:solidFill>
              </a:defRPr>
            </a:pPr>
            <a:r>
              <a:rPr lang="en-US" sz="4700" kern="1200" dirty="0" err="1">
                <a:solidFill>
                  <a:schemeClr val="tx1"/>
                </a:solidFill>
                <a:latin typeface="+mj-lt"/>
                <a:ea typeface="+mj-ea"/>
                <a:cs typeface="+mj-cs"/>
              </a:rPr>
              <a:t>Obrigado</a:t>
            </a:r>
            <a:r>
              <a:rPr lang="en-US" sz="4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 </a:t>
            </a:r>
            <a:r>
              <a:rPr lang="en-US" sz="4700" kern="1200" dirty="0" err="1">
                <a:solidFill>
                  <a:schemeClr val="tx1"/>
                </a:solidFill>
                <a:latin typeface="+mj-lt"/>
                <a:ea typeface="+mj-ea"/>
                <a:cs typeface="+mj-cs"/>
              </a:rPr>
              <a:t>por</a:t>
            </a:r>
            <a:r>
              <a:rPr lang="en-US" sz="4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 </a:t>
            </a:r>
            <a:r>
              <a:rPr lang="en-US" sz="4700" kern="1200" dirty="0" err="1">
                <a:solidFill>
                  <a:schemeClr val="tx1"/>
                </a:solidFill>
                <a:latin typeface="+mj-lt"/>
                <a:ea typeface="+mj-ea"/>
                <a:cs typeface="+mj-cs"/>
              </a:rPr>
              <a:t>ouvir</a:t>
            </a:r>
            <a:r>
              <a:rPr lang="en-US" sz="47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!</a:t>
            </a:r>
          </a:p>
        </p:txBody>
      </p:sp>
      <p:pic>
        <p:nvPicPr>
          <p:cNvPr id="5" name="Graphic 4" descr="Presentation with bar chart with solid fill">
            <a:extLst>
              <a:ext uri="{FF2B5EF4-FFF2-40B4-BE49-F238E27FC236}">
                <a16:creationId xmlns:a16="http://schemas.microsoft.com/office/drawing/2014/main" id="{A16293B5-1F5F-FF66-50E6-FD0DBF94CF2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938741" y="2600632"/>
            <a:ext cx="2580968" cy="2580968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26</TotalTime>
  <Words>387</Words>
  <Application>Microsoft Office PowerPoint</Application>
  <PresentationFormat>On-screen Show (4:3)</PresentationFormat>
  <Paragraphs>74</Paragraphs>
  <Slides>10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</vt:i4>
      </vt:variant>
    </vt:vector>
  </HeadingPairs>
  <TitlesOfParts>
    <vt:vector size="13" baseType="lpstr">
      <vt:lpstr>Arial</vt:lpstr>
      <vt:lpstr>Calibri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Martinho José Novo Caeiro</cp:lastModifiedBy>
  <cp:revision>3</cp:revision>
  <dcterms:created xsi:type="dcterms:W3CDTF">2013-01-27T09:14:16Z</dcterms:created>
  <dcterms:modified xsi:type="dcterms:W3CDTF">2026-02-06T15:00:26Z</dcterms:modified>
  <cp:category/>
</cp:coreProperties>
</file>